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인트로 (0:00) — 왜 이 발표가 41만 뷰인가. TypeScript 거장 Matt Pocock의 AI 시대 발표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Pocock은 TypeScript 교육자에서 AI 엔지니어링으로 피봇 — AI Hero 플랫폼과 Claude Code for Real Engineers 강의.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AI 시대일수록 소프트웨어 펀더멘털이 더 중요해진다.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Code is not cheap. AI는 좋은 코드베이스에서만 빛난다.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 — 6가지 함정과 6가지 처방. 이후 슬라이드에서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#1 (2:36) — AI가 의도와 다른 걸 만든다. 처방: Grill Me 스킬.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#1 — grill-me.md 스킬. 공유된 이해에 도달할 때까지 인터뷰.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Pocock의 평가 — Grill Me가 Claude Code plan mode보다 낫다. plan mode는 결과물부터 만들려 하고, Grill Me는 같은 이해 도달이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#2 (5:05) — 모호한 PRD. 한 줄 요구사항의 빈칸은 AI가 멋대로 채운다. 처방: 스펙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#3 (5:05) — 코드 리뷰의 죽음. 생성 속도가 리뷰 속도를 추월. 처방: 작은 diff와 인터페이스 중심 리뷰.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메타포 — Outrunning Your Headlights (Pragmatic Programmer). 피드백의 속도 = 너의 속도 제한. 처방: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#4 (7:27) — Shallow Modules. Deep module = 좁은 인터페이스 + 깊은 구현 (Ousterhout).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#4 — Gray Box 전략. 인터페이스는 사람이 설계, 구현은 AI에게 통째로 위임, 검증은 인터페이스 단위로만.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#5 (9:26) — 의존성 방치. AI는 라이브러리 추가를 망설이지 않는다. 처방: 의존성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#6 (9:26) — 설계의 부재. 프롬프트는 쌓이는데 설계가 없다. 처방: 매일 설계에 투자 (Kent Beck).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(10:36) — Kent Beck: 매일 시스템 설계에 투자하라.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 채널의 메시지: 20년 펀더멘털이 너의 무기다.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74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AGENTOS  ·  MATT POCOCK 41만 뷰 발표 해설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코드 망치는 6가지와 해결법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Matt Pocock  —  TypeScript 거장의 AI 시대 소프트웨어 펀더멘털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PIVOT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엔지니어링으로 피봇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4323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🎓 AI Hero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803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4480560" cy="914400"/>
          </a:xfrm>
          <a:prstGeom prst="roundRect">
            <a:avLst>
              <a:gd name="adj" fmla="val 9000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“Claude Code for Real Engineers”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——  이 강의에서 정리한 한 마디  ——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1879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“AI로 피봇한 사람이 알고 보니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옛날 펀더멘털이 더 중요하더라고 결론낸 발표”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417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POCOCK의 핵심 명제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3063240" y="2148840"/>
            <a:ext cx="6035040" cy="2468880"/>
          </a:xfrm>
          <a:prstGeom prst="roundRect">
            <a:avLst>
              <a:gd name="adj" fmla="val 4444"/>
            </a:avLst>
          </a:prstGeom>
          <a:solidFill>
            <a:srgbClr val="FDF0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2542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63240" y="2926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시대일수록</a:t>
            </a:r>
            <a:endParaRPr lang="en-US" sz="27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펀더멘털이 더 중요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CORE CLAIM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Code is not cheap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760720" cy="2377440"/>
          </a:xfrm>
          <a:prstGeom prst="roundRect">
            <a:avLst>
              <a:gd name="adj" fmla="val 3846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“Bad code is the most expensive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it’s ever been.”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Matt Pocock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코드베이스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AI가 빛나는 곳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역대 가장 비싼 비용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펀더멘털이 그 어느 때보다 중요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변경하기 어려운 코드베이스라면 — AI가 줄 수 있는 가치를 누릴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TRAPS  ·  6 PRESCRIPTIONS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6가지 함정 + 6가지 처방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18541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#1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AI가 의도와 다른 걸 만든다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218541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9"/>
          <p:cNvSpPr/>
          <p:nvPr/>
        </p:nvSpPr>
        <p:spPr>
          <a:xfrm>
            <a:off x="646480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8543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#2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모호한 PRD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#3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코드 리뷰의 죽음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6364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4808" y="305409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7"/>
          <p:cNvSpPr/>
          <p:nvPr/>
        </p:nvSpPr>
        <p:spPr>
          <a:xfrm>
            <a:off x="646480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#4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Shallow Modules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392277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471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#5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의존성 방치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6364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392277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88543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#6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설계의 부재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함정마다 Pocock의 처방(THE PRESCRIPTION)이 하나씩 따라온다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AI가 의도와 다른 걸 만든다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머릿속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말하지 않은 가정 30개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의도는 저절로 전달되지 않는다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결과물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그럴듯하지만 다른 것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· 자신 있게 · 어긋난다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603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짜기 전에 — AI가 나를 심문하게 하라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— 심문해줘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8503920" cy="2331720"/>
          </a:xfrm>
          <a:prstGeom prst="roundRect">
            <a:avLst>
              <a:gd name="adj" fmla="val 2745"/>
            </a:avLst>
          </a:prstGeom>
          <a:solidFill>
            <a:srgbClr val="1F2335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205740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171A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2189988"/>
            <a:ext cx="82296" cy="82296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9" name="Shape 6"/>
          <p:cNvSpPr/>
          <p:nvPr/>
        </p:nvSpPr>
        <p:spPr>
          <a:xfrm>
            <a:off x="832104" y="2189988"/>
            <a:ext cx="82296" cy="82296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10" name="Shape 7"/>
          <p:cNvSpPr/>
          <p:nvPr/>
        </p:nvSpPr>
        <p:spPr>
          <a:xfrm>
            <a:off x="978408" y="2189988"/>
            <a:ext cx="82296" cy="8229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grill-me.md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2560320"/>
            <a:ext cx="7991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F6BE8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Grill Me Skill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Interview me relentlessly about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every aspect of this plan,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F6BE8F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until we reach a shared understanding.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계획의 모든 측면을 — 공유된 이해(shared understanding)에 도달할 때까지 집요하게 인터뷰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77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POCOCK’S TAKE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 &gt;  Claude Code plan mode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MODE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728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⚡ 너무 빨리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728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결과물부터 만들려 함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3212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GRILL 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🤝 같은 이해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도달이 먼저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🎬 본인 입으로 들어볼게요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모호한 PRD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“로그인 만들어줘”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빈칸은 AI가 멋대로 채운다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행동 단위 스펙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· 출력 · 엣지케이스 먼저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SPEC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5740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5740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모호함은 AI 시대에 가장 비싸게 갚는 빚 — 합의된 스펙부터 쓴다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#3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코드 리뷰의 죽음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“LGTM” — 읽지 않고 머지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생성 속도가 리뷰 속도를 추월했다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읽은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자산이 아니라 부채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거대한 diff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리뷰 불가능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단위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다시 설계하라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2316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42316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diff · 인터페이스 중심 — 리뷰를 부활시켜라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METAPHOR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“Outrunning Your Headlights”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Pragmatic Programmer 인용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3858768"/>
            <a:ext cx="3108960" cy="0"/>
          </a:xfrm>
          <a:prstGeom prst="line">
            <a:avLst/>
          </a:prstGeom>
          <a:noFill/>
          <a:ln w="19050">
            <a:solidFill>
              <a:srgbClr val="1B1C1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32918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B1C1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Shape 7"/>
          <p:cNvSpPr/>
          <p:nvPr/>
        </p:nvSpPr>
        <p:spPr>
          <a:xfrm>
            <a:off x="1517904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1993392" y="3154680"/>
            <a:ext cx="566928" cy="841248"/>
          </a:xfrm>
          <a:prstGeom prst="triangle">
            <a:avLst/>
          </a:prstGeom>
          <a:solidFill>
            <a:srgbClr val="FAE9A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3127248"/>
            <a:ext cx="475488" cy="475488"/>
          </a:xfrm>
          <a:prstGeom prst="star8">
            <a:avLst/>
          </a:prstGeom>
          <a:solidFill>
            <a:srgbClr val="F4A93C"/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246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피드백의 속도  =  너의 속도 제한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502920" y="489204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92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TDD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74520" y="503834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74520" y="52943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먼저 → AI가 강제로 작은 단위로 — 헤드라이트 추월 X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Deep vs Shallow Modules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MODULE  ·  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2670048"/>
            <a:ext cx="1188720" cy="12801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Shape 6"/>
          <p:cNvSpPr/>
          <p:nvPr/>
        </p:nvSpPr>
        <p:spPr>
          <a:xfrm>
            <a:off x="2606040" y="2798064"/>
            <a:ext cx="1188720" cy="132588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좁은 인터페이스 · 깊은 구현 — AI에게 통째로 맡기기 좋다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SHALLOW MODULE  ·  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3127248"/>
            <a:ext cx="3383280" cy="12801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69480" y="3255264"/>
            <a:ext cx="3383280" cy="36576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인터페이스 · 얕은 구현 — 복잡도가 밖으로 샌다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 Ousterhout — A Philosophy of Software 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4864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4864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DEPTH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240280" y="5632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40280" y="58887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위임의 단위는 함수가 아니라 — 깊은 모듈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 전략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 INTERFACE (사람이 설계)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51560" y="2578608"/>
            <a:ext cx="2834640" cy="320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74320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9CA2A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안쪽 구현 → AI한테 통째로 위임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사람이 직접 설계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AI한테 통째로 위임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인터페이스 단위로만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#5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의존성 관리의 실종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239572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1288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아무거나 추가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라이브러리를 망설이지 않는다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9572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74336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검토 없는 버전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9028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· 라이선스 · 호환성 공백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85048" y="239572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5"/>
          <p:cNvSpPr/>
          <p:nvPr/>
        </p:nvSpPr>
        <p:spPr>
          <a:xfrm>
            <a:off x="838504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787384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공급망 리스크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3336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한 줄이 시스템 전체를 흔든다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2519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5196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103120" y="439826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03120" y="465429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추가는 사람이 승인한다 — AI는 제안까지만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설계 없는 누적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쌓이는데 설계는 없다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비용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매주 비싸진다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날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AI도 길을 잃는다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F2335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“Invest in the design of</a:t>
            </a: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the system every day.”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Kent Beck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DF0E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DESIGN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317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설계는 이벤트가 아니라 — 매일 하는 투자다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CONCLUSION  ·  KENT BECK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매일 시스템 설계에 투자하라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AI는 좋은 코드베이스에서만 빛난다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 채널의  메시지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20년 펀더멘털이 너의 무기다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새로운 도구가 아니라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생존 가이드 — 핵심은 옛날 펀더멘털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 망치는 6가지와 해결법</dc:title>
  <dc:subject>PptxGenJS Presentation</dc:subject>
  <dc:creator>AgentOS Style Template</dc:creator>
  <cp:lastModifiedBy>AgentOS Style Template</cp:lastModifiedBy>
  <cp:revision>1</cp:revision>
  <dcterms:created xsi:type="dcterms:W3CDTF">2026-06-12T04:52:18Z</dcterms:created>
  <dcterms:modified xsi:type="dcterms:W3CDTF">2026-06-12T04:52:18Z</dcterms:modified>
</cp:coreProperties>
</file>