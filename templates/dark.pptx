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F5F5F5"/>
      </a:dk1>
      <a:lt1>
        <a:srgbClr val="1E1E2E"/>
      </a:lt1>
      <a:dk2>
        <a:srgbClr val="E0E0F0"/>
      </a:dk2>
      <a:lt2>
        <a:srgbClr val="2A2A3C"/>
      </a:lt2>
      <a:accent1>
        <a:srgbClr val="89B4FA"/>
      </a:accent1>
      <a:accent2>
        <a:srgbClr val="F38BA8"/>
      </a:accent2>
      <a:accent3>
        <a:srgbClr val="A6E3A1"/>
      </a:accent3>
      <a:accent4>
        <a:srgbClr val="FAB387"/>
      </a:accent4>
      <a:accent5>
        <a:srgbClr val="CBA6F7"/>
      </a:accent5>
      <a:accent6>
        <a:srgbClr val="94E2D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