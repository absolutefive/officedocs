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0"/>
            <a:ext cx="11274552" cy="914400"/>
          </a:xfrm>
        </p:spPr>
        <p:txBody>
          <a:bodyPr/>
          <a:lstStyle>
            <a:lvl1pPr algn="ctr">
              <a:buNone/>
              <a:defRPr sz="4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429000"/>
            <a:ext cx="11274552" cy="1005840"/>
          </a:xfrm>
        </p:spPr>
        <p:txBody>
          <a:bodyPr/>
          <a:lstStyle>
            <a:lvl1pPr algn="ctr">
              <a:buNone/>
              <a:defRPr sz="1500">
                <a:solidFill>
                  <a:srgbClr val="8A8F98"/>
                </a:solidFill>
                <a:latin typeface="Pretendard"/>
                <a:ea typeface="Pretendard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566928"/>
            <a:ext cx="11201400" cy="822960"/>
          </a:xfrm>
        </p:spPr>
        <p:txBody>
          <a:bodyPr/>
          <a:lstStyle>
            <a:lvl1pPr>
              <a:buNone/>
              <a:defRPr sz="3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11183112" cy="4526280"/>
          </a:xfrm>
        </p:spPr>
        <p:txBody>
          <a:bodyPr/>
          <a:lstStyle>
            <a:lvl1pPr marL="274320" indent="-228600">
              <a:spcBef>
                <a:spcPts val="900"/>
              </a:spcBef>
              <a:buClr>
                <a:schemeClr val="accent1"/>
              </a:buClr>
              <a:buFont typeface="Arial" pitchFamily="34" charset="0"/>
              <a:buChar char="•"/>
              <a:defRPr sz="1500">
                <a:solidFill>
                  <a:srgbClr val="3E434B"/>
                </a:solidFill>
                <a:latin typeface="Pretendard"/>
                <a:ea typeface="Pretendard"/>
              </a:defRPr>
            </a:lvl1pPr>
            <a:lvl2pPr marL="548640" indent="-228600">
              <a:spcBef>
                <a:spcPts val="500"/>
              </a:spcBef>
              <a:buClr>
                <a:schemeClr val="accent1"/>
              </a:buClr>
              <a:buFont typeface="Arial" pitchFamily="34" charset="0"/>
              <a:buChar char="•"/>
              <a:defRPr sz="1300">
                <a:solidFill>
                  <a:srgbClr val="3E434B"/>
                </a:solidFill>
                <a:latin typeface="Pretendard"/>
                <a:ea typeface="Pretendard"/>
              </a:defRPr>
            </a:lvl2pPr>
            <a:lvl3pPr marL="822960" indent="-228600">
              <a:spcBef>
                <a:spcPts val="400"/>
              </a:spcBef>
              <a:buClr>
                <a:schemeClr val="accent1"/>
              </a:buClr>
              <a:buFont typeface="Arial" pitchFamily="34" charset="0"/>
              <a:buChar char="•"/>
              <a:defRPr sz="1200">
                <a:solidFill>
                  <a:srgbClr val="8A8F98"/>
                </a:solidFill>
                <a:latin typeface="Pretendard"/>
                <a:ea typeface="Pretendard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42032"/>
            <a:ext cx="11274552" cy="914400"/>
          </a:xfrm>
        </p:spPr>
        <p:txBody>
          <a:bodyPr anchor="t"/>
          <a:lstStyle>
            <a:lvl1pPr algn="ctr">
              <a:buNone/>
              <a:defRPr sz="42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611880"/>
            <a:ext cx="11274552" cy="822960"/>
          </a:xfrm>
        </p:spPr>
        <p:txBody>
          <a:bodyPr anchor="b"/>
          <a:lstStyle>
            <a:lvl1pPr algn="ctr">
              <a:buNone/>
              <a:defRPr sz="1500">
                <a:solidFill>
                  <a:srgbClr val="8A8F98"/>
                </a:solidFill>
                <a:latin typeface="Pretendard"/>
                <a:ea typeface="Pretendard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2103120"/>
            <a:ext cx="121889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200">
                <a:solidFill>
                  <a:schemeClr val="tx1"/>
                </a:solidFill>
                <a:latin typeface="Pretendard ExtraBold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566928"/>
            <a:ext cx="11201400" cy="822960"/>
          </a:xfrm>
        </p:spPr>
        <p:txBody>
          <a:bodyPr/>
          <a:lstStyle>
            <a:lvl1pPr>
              <a:buNone/>
              <a:defRPr sz="3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783080"/>
            <a:ext cx="5486400" cy="4526280"/>
          </a:xfrm>
        </p:spPr>
        <p:txBody>
          <a:bodyPr/>
          <a:lstStyle>
            <a:lvl1pPr marL="274320" indent="-228600">
              <a:spcBef>
                <a:spcPts val="900"/>
              </a:spcBef>
              <a:buClr>
                <a:schemeClr val="accent1"/>
              </a:buClr>
              <a:buFont typeface="Arial" pitchFamily="34" charset="0"/>
              <a:buChar char="•"/>
              <a:defRPr sz="1500">
                <a:solidFill>
                  <a:srgbClr val="3E434B"/>
                </a:solidFill>
                <a:latin typeface="Pretendard"/>
                <a:ea typeface="Pretendard"/>
              </a:defRPr>
            </a:lvl1pPr>
            <a:lvl2pPr marL="548640" indent="-228600">
              <a:spcBef>
                <a:spcPts val="500"/>
              </a:spcBef>
              <a:buClr>
                <a:schemeClr val="accent1"/>
              </a:buClr>
              <a:buFont typeface="Arial" pitchFamily="34" charset="0"/>
              <a:buChar char="•"/>
              <a:defRPr sz="1300">
                <a:solidFill>
                  <a:srgbClr val="3E434B"/>
                </a:solidFill>
                <a:latin typeface="Pretendard"/>
                <a:ea typeface="Pretendard"/>
              </a:defRPr>
            </a:lvl2pPr>
            <a:lvl3pPr marL="822960" indent="-228600">
              <a:spcBef>
                <a:spcPts val="400"/>
              </a:spcBef>
              <a:buClr>
                <a:schemeClr val="accent1"/>
              </a:buClr>
              <a:buFont typeface="Arial" pitchFamily="34" charset="0"/>
              <a:buChar char="•"/>
              <a:defRPr sz="1200">
                <a:solidFill>
                  <a:srgbClr val="8A8F98"/>
                </a:solidFill>
                <a:latin typeface="Pretendard"/>
                <a:ea typeface="Pretendard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783080"/>
            <a:ext cx="5486400" cy="4526280"/>
          </a:xfrm>
        </p:spPr>
        <p:txBody>
          <a:bodyPr/>
          <a:lstStyle>
            <a:lvl1pPr marL="274320" indent="-228600">
              <a:spcBef>
                <a:spcPts val="900"/>
              </a:spcBef>
              <a:buClr>
                <a:schemeClr val="accent1"/>
              </a:buClr>
              <a:buFont typeface="Arial" pitchFamily="34" charset="0"/>
              <a:buChar char="•"/>
              <a:defRPr sz="1500">
                <a:solidFill>
                  <a:srgbClr val="3E434B"/>
                </a:solidFill>
                <a:latin typeface="Pretendard"/>
                <a:ea typeface="Pretendard"/>
              </a:defRPr>
            </a:lvl1pPr>
            <a:lvl2pPr marL="548640" indent="-228600">
              <a:spcBef>
                <a:spcPts val="500"/>
              </a:spcBef>
              <a:buClr>
                <a:schemeClr val="accent1"/>
              </a:buClr>
              <a:buFont typeface="Arial" pitchFamily="34" charset="0"/>
              <a:buChar char="•"/>
              <a:defRPr sz="1300">
                <a:solidFill>
                  <a:srgbClr val="3E434B"/>
                </a:solidFill>
                <a:latin typeface="Pretendard"/>
                <a:ea typeface="Pretendard"/>
              </a:defRPr>
            </a:lvl2pPr>
            <a:lvl3pPr marL="822960" indent="-228600">
              <a:spcBef>
                <a:spcPts val="400"/>
              </a:spcBef>
              <a:buClr>
                <a:schemeClr val="accent1"/>
              </a:buClr>
              <a:buFont typeface="Arial" pitchFamily="34" charset="0"/>
              <a:buChar char="•"/>
              <a:defRPr sz="1200">
                <a:solidFill>
                  <a:srgbClr val="8A8F98"/>
                </a:solidFill>
                <a:latin typeface="Pretendard"/>
                <a:ea typeface="Pretendard"/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566928"/>
            <a:ext cx="11201400" cy="822960"/>
          </a:xfrm>
        </p:spPr>
        <p:txBody>
          <a:bodyPr/>
          <a:lstStyle>
            <a:lvl1pPr>
              <a:buNone/>
              <a:defRPr sz="3400" b="1">
                <a:solidFill>
                  <a:schemeClr val="tx1"/>
                </a:solidFill>
                <a:latin typeface="Pretendard ExtraBold"/>
                <a:ea typeface="Pretendard Extra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12064" y="1536192"/>
            <a:ext cx="502920" cy="4114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B1C1E"/>
      </a:dk1>
      <a:lt1>
        <a:srgbClr val="FFFFFF"/>
      </a:lt1>
      <a:dk2>
        <a:srgbClr val="3E434B"/>
      </a:dk2>
      <a:lt2>
        <a:srgbClr val="F4F4F5"/>
      </a:lt2>
      <a:accent1>
        <a:srgbClr val="EA580C"/>
      </a:accent1>
      <a:accent2>
        <a:srgbClr val="FDF0E6"/>
      </a:accent2>
      <a:accent3>
        <a:srgbClr val="F6BE8F"/>
      </a:accent3>
      <a:accent4>
        <a:srgbClr val="8A8F98"/>
      </a:accent4>
      <a:accent5>
        <a:srgbClr val="4BACC6"/>
      </a:accent5>
      <a:accent6>
        <a:srgbClr val="F79646"/>
      </a:accent6>
      <a:hlink>
        <a:srgbClr val="EA580C"/>
      </a:hlink>
      <a:folHlink>
        <a:srgbClr val="8A8F98"/>
      </a:folHlink>
    </a:clrScheme>
    <a:fontScheme name="Office">
      <a:majorFont>
        <a:latin typeface="Pretendar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