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11274552" cy="914400"/>
          </a:xfrm>
        </p:spPr>
        <p:txBody>
          <a:bodyPr/>
          <a:lstStyle>
            <a:lvl1pPr algn="ctr">
              <a:buNone/>
              <a:defRPr sz="4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11274552" cy="1005840"/>
          </a:xfrm>
        </p:spPr>
        <p:txBody>
          <a:bodyPr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11183112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2032"/>
            <a:ext cx="11274552" cy="914400"/>
          </a:xfrm>
        </p:spPr>
        <p:txBody>
          <a:bodyPr anchor="t"/>
          <a:lstStyle>
            <a:lvl1pPr algn="ctr">
              <a:buNone/>
              <a:defRPr sz="42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611880"/>
            <a:ext cx="11274552" cy="822960"/>
          </a:xfrm>
        </p:spPr>
        <p:txBody>
          <a:bodyPr anchor="b"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2103120"/>
            <a:ext cx="12188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chemeClr val="tx1"/>
                </a:solidFill>
                <a:latin typeface="Pretendard ExtraBold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B1C1E"/>
      </a:dk1>
      <a:lt1>
        <a:srgbClr val="FFFFFF"/>
      </a:lt1>
      <a:dk2>
        <a:srgbClr val="3E434B"/>
      </a:dk2>
      <a:lt2>
        <a:srgbClr val="F4F4F5"/>
      </a:lt2>
      <a:accent1>
        <a:srgbClr val="2563EB"/>
      </a:accent1>
      <a:accent2>
        <a:srgbClr val="EBF1FE"/>
      </a:accent2>
      <a:accent3>
        <a:srgbClr val="9DBDF9"/>
      </a:accent3>
      <a:accent4>
        <a:srgbClr val="8A8F98"/>
      </a:accent4>
      <a:accent5>
        <a:srgbClr val="4BACC6"/>
      </a:accent5>
      <a:accent6>
        <a:srgbClr val="F79646"/>
      </a:accent6>
      <a:hlink>
        <a:srgbClr val="2563EB"/>
      </a:hlink>
      <a:folHlink>
        <a:srgbClr val="8A8F98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