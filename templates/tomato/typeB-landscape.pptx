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60" r:id="rId2"/>
    <p:sldId id="256" r:id="rId3"/>
    <p:sldId id="259" r:id="rId4"/>
    <p:sldId id="258" r:id="rId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4D4D"/>
    <a:srgbClr val="C4161C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224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B34BB89-BA1F-49D4-8509-BC20A93870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1903F2-1E46-4633-BE7F-C18D3D07C3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0D487-FB1B-40F7-B687-1B1B64B6CB63}" type="datetimeFigureOut">
              <a:rPr lang="ko-KR" altLang="en-US" smtClean="0"/>
              <a:t>2022-12-21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B46A06-8429-4497-80AD-C9B3A3B15F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464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FC15D-D09F-4F92-98E1-56DCA78DD508}" type="datetimeFigureOut">
              <a:rPr lang="ko-KR" altLang="en-US" smtClean="0"/>
              <a:t>2022-12-21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B7025-B823-414B-BF21-AD6B94E50B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726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"/>
            <a:ext cx="9905999" cy="68569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3D01EF-045C-40C0-960D-7D3E76F85FE7}"/>
              </a:ext>
            </a:extLst>
          </p:cNvPr>
          <p:cNvSpPr txBox="1"/>
          <p:nvPr userDrawn="1"/>
        </p:nvSpPr>
        <p:spPr>
          <a:xfrm>
            <a:off x="369690" y="6472402"/>
            <a:ext cx="24785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Copyright. TOMATO SYSTEM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All rights reserved</a:t>
            </a:r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464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9B16BE-644B-41CC-AB35-DAB0E72049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"/>
            <a:ext cx="9905999" cy="68569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F42257-61B3-49F6-8987-76B75BFD9A29}"/>
              </a:ext>
            </a:extLst>
          </p:cNvPr>
          <p:cNvSpPr txBox="1"/>
          <p:nvPr userDrawn="1"/>
        </p:nvSpPr>
        <p:spPr>
          <a:xfrm>
            <a:off x="3682460" y="6401013"/>
            <a:ext cx="2541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Copyright. TOMATO SYSTEM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All rights reserved</a:t>
            </a:r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8257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"/>
            <a:ext cx="9906000" cy="68569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2C5507-4CD8-4E49-AC17-210E4AA6D990}"/>
              </a:ext>
            </a:extLst>
          </p:cNvPr>
          <p:cNvSpPr txBox="1"/>
          <p:nvPr userDrawn="1"/>
        </p:nvSpPr>
        <p:spPr>
          <a:xfrm>
            <a:off x="6966714" y="6460007"/>
            <a:ext cx="2541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Copyright. TOMATO SYSTEM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All rights reserved</a:t>
            </a:r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0051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96" y="6532901"/>
            <a:ext cx="1361871" cy="222010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7815466" y="6409789"/>
            <a:ext cx="19175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Copyright. All rights reserved</a:t>
            </a:r>
            <a:r>
              <a:rPr lang="en-US" altLang="ko-KR" sz="1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000" b="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573462" y="6338231"/>
            <a:ext cx="56734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C8A1696D-E6FD-4CEA-B996-7BBDF3D91E3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DBA5EC-2510-4AE3-9E97-C8DC1C252B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905999" cy="801968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3EEAFDA-F0ED-4BB8-B4C6-EA613D6CA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683" y="604698"/>
            <a:ext cx="8949659" cy="5501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AC42D7C-A077-4C32-840A-97E6A27EAF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4" y="6386268"/>
            <a:ext cx="1336613" cy="293265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A50502F-D984-4188-8283-DD2B47429A9A}"/>
              </a:ext>
            </a:extLst>
          </p:cNvPr>
          <p:cNvCxnSpPr>
            <a:cxnSpLocks/>
          </p:cNvCxnSpPr>
          <p:nvPr userDrawn="1"/>
        </p:nvCxnSpPr>
        <p:spPr>
          <a:xfrm>
            <a:off x="213852" y="6304936"/>
            <a:ext cx="940947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449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CD6A8-46F2-410C-B36D-62F88B85D322}" type="datetime1">
              <a:rPr lang="ko-KR" altLang="en-US" smtClean="0"/>
              <a:t>2022-12-21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1696D-E6FD-4CEA-B996-7BBDF3D91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89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664" r:id="rId3"/>
    <p:sldLayoutId id="214748366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2116" y="1482616"/>
            <a:ext cx="204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고객사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 로고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116" y="2286542"/>
            <a:ext cx="414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명칭 자리 배치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494" y="3693568"/>
            <a:ext cx="2577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문서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기능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명칭 자리 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16" y="1140059"/>
            <a:ext cx="3286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표지타입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[C-B1] - 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선택사용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3864709-87D6-4171-822E-3BF94A8B6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377" y="6372837"/>
            <a:ext cx="1898417" cy="41653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8EBD111-C9DA-4A6B-A3EA-3177D3C97451}"/>
              </a:ext>
            </a:extLst>
          </p:cNvPr>
          <p:cNvCxnSpPr>
            <a:cxnSpLocks/>
          </p:cNvCxnSpPr>
          <p:nvPr/>
        </p:nvCxnSpPr>
        <p:spPr>
          <a:xfrm>
            <a:off x="468351" y="1992354"/>
            <a:ext cx="32908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63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B56D3EF-1BB2-450B-83AE-6CA438F47C93}"/>
              </a:ext>
            </a:extLst>
          </p:cNvPr>
          <p:cNvSpPr txBox="1"/>
          <p:nvPr/>
        </p:nvSpPr>
        <p:spPr>
          <a:xfrm>
            <a:off x="3842516" y="1484046"/>
            <a:ext cx="204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  <a:latin typeface="+mj-ea"/>
                <a:ea typeface="+mj-ea"/>
              </a:rPr>
              <a:t>필요 시 </a:t>
            </a:r>
            <a:r>
              <a:rPr lang="ko-KR" altLang="en-US" sz="1600" b="1" dirty="0" err="1">
                <a:solidFill>
                  <a:schemeClr val="bg1"/>
                </a:solidFill>
                <a:latin typeface="+mj-ea"/>
                <a:ea typeface="+mj-ea"/>
              </a:rPr>
              <a:t>고객사</a:t>
            </a:r>
            <a:r>
              <a:rPr lang="ko-KR" altLang="en-US" sz="1600" b="1" dirty="0">
                <a:solidFill>
                  <a:schemeClr val="bg1"/>
                </a:solidFill>
                <a:latin typeface="+mj-ea"/>
                <a:ea typeface="+mj-ea"/>
              </a:rPr>
              <a:t> 로고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215D4E-569F-4B61-8CB8-C6BF58EC0633}"/>
              </a:ext>
            </a:extLst>
          </p:cNvPr>
          <p:cNvSpPr txBox="1"/>
          <p:nvPr/>
        </p:nvSpPr>
        <p:spPr>
          <a:xfrm>
            <a:off x="2909569" y="2341856"/>
            <a:ext cx="39084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솔루션</a:t>
            </a:r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) </a:t>
            </a:r>
          </a:p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명칭 자리 배치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1B26A-AEB9-4175-A08E-4EA5B57D4DD0}"/>
              </a:ext>
            </a:extLst>
          </p:cNvPr>
          <p:cNvSpPr txBox="1"/>
          <p:nvPr/>
        </p:nvSpPr>
        <p:spPr>
          <a:xfrm>
            <a:off x="3275855" y="3595071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문서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기능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명칭 자리 배치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1C749A-1B1D-4C15-8864-52FE2EAD5B8F}"/>
              </a:ext>
            </a:extLst>
          </p:cNvPr>
          <p:cNvSpPr txBox="1"/>
          <p:nvPr/>
        </p:nvSpPr>
        <p:spPr>
          <a:xfrm>
            <a:off x="3233375" y="1151554"/>
            <a:ext cx="3260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표지타입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[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</a:rPr>
              <a:t>C-B2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] - 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선택사용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0D8F67-5677-4B04-AD84-47F884D03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229" y="4850676"/>
            <a:ext cx="1927120" cy="422827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609AEDA-EC6C-401E-974E-5A817B35C026}"/>
              </a:ext>
            </a:extLst>
          </p:cNvPr>
          <p:cNvCxnSpPr>
            <a:cxnSpLocks/>
          </p:cNvCxnSpPr>
          <p:nvPr/>
        </p:nvCxnSpPr>
        <p:spPr>
          <a:xfrm>
            <a:off x="2258121" y="1984914"/>
            <a:ext cx="538975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94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2C7517-6A6B-495D-941F-DFD7EE25267D}"/>
              </a:ext>
            </a:extLst>
          </p:cNvPr>
          <p:cNvSpPr txBox="1"/>
          <p:nvPr/>
        </p:nvSpPr>
        <p:spPr>
          <a:xfrm>
            <a:off x="7398380" y="1304194"/>
            <a:ext cx="204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b="1" dirty="0">
                <a:solidFill>
                  <a:schemeClr val="bg1"/>
                </a:solidFill>
                <a:latin typeface="+mj-ea"/>
                <a:ea typeface="+mj-ea"/>
              </a:rPr>
              <a:t>필요 시 </a:t>
            </a:r>
            <a:r>
              <a:rPr lang="ko-KR" altLang="en-US" sz="1600" b="1" dirty="0" err="1">
                <a:solidFill>
                  <a:schemeClr val="bg1"/>
                </a:solidFill>
                <a:latin typeface="+mj-ea"/>
                <a:ea typeface="+mj-ea"/>
              </a:rPr>
              <a:t>고객사</a:t>
            </a:r>
            <a:r>
              <a:rPr lang="ko-KR" altLang="en-US" sz="1600" b="1" dirty="0">
                <a:solidFill>
                  <a:schemeClr val="bg1"/>
                </a:solidFill>
                <a:latin typeface="+mj-ea"/>
                <a:ea typeface="+mj-ea"/>
              </a:rPr>
              <a:t> 로고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D191F-59E3-4089-A916-5E87CD737A10}"/>
              </a:ext>
            </a:extLst>
          </p:cNvPr>
          <p:cNvSpPr txBox="1"/>
          <p:nvPr/>
        </p:nvSpPr>
        <p:spPr>
          <a:xfrm>
            <a:off x="5296843" y="2110509"/>
            <a:ext cx="414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algn="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명칭 자리 배치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FF91E-9DA1-40A0-A8E3-3ADC768C3431}"/>
              </a:ext>
            </a:extLst>
          </p:cNvPr>
          <p:cNvSpPr txBox="1"/>
          <p:nvPr/>
        </p:nvSpPr>
        <p:spPr>
          <a:xfrm>
            <a:off x="6265057" y="3609690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문서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기능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명칭 자리 배치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B0410-A4CE-4A2C-817A-A6F5CB801DB7}"/>
              </a:ext>
            </a:extLst>
          </p:cNvPr>
          <p:cNvSpPr txBox="1"/>
          <p:nvPr/>
        </p:nvSpPr>
        <p:spPr>
          <a:xfrm>
            <a:off x="6154449" y="961637"/>
            <a:ext cx="3286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j-ea"/>
              </a:rPr>
              <a:t>표지타입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</a:rPr>
              <a:t>[C-B3] - 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</a:rPr>
              <a:t>선택사용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55A8870-40F2-40E6-A831-09461DF8B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509" y="6059699"/>
            <a:ext cx="1898417" cy="416530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24F9A64-09B1-426F-A722-A10B33E1BE21}"/>
              </a:ext>
            </a:extLst>
          </p:cNvPr>
          <p:cNvCxnSpPr>
            <a:cxnSpLocks/>
          </p:cNvCxnSpPr>
          <p:nvPr/>
        </p:nvCxnSpPr>
        <p:spPr>
          <a:xfrm>
            <a:off x="5080230" y="1739590"/>
            <a:ext cx="4360696" cy="52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075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469" y="111744"/>
            <a:ext cx="40559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2D2D2D"/>
                </a:solidFill>
              </a:rPr>
              <a:t>속지별</a:t>
            </a:r>
            <a:r>
              <a:rPr lang="ko-KR" altLang="en-US" sz="1400" b="1" dirty="0">
                <a:solidFill>
                  <a:srgbClr val="2D2D2D"/>
                </a:solidFill>
              </a:rPr>
              <a:t> 타이틀 자리 배치 </a:t>
            </a:r>
            <a:r>
              <a:rPr lang="ko-KR" altLang="en-US" sz="1400" b="1" dirty="0" err="1">
                <a:solidFill>
                  <a:srgbClr val="2D2D2D"/>
                </a:solidFill>
              </a:rPr>
              <a:t>속지별</a:t>
            </a:r>
            <a:r>
              <a:rPr lang="ko-KR" altLang="en-US" sz="1400" b="1" dirty="0">
                <a:solidFill>
                  <a:srgbClr val="2D2D2D"/>
                </a:solidFill>
              </a:rPr>
              <a:t> 타이틀 자리 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6136" y="112975"/>
            <a:ext cx="2383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C4161C"/>
                </a:solidFill>
              </a:rPr>
              <a:t>프로젝트</a:t>
            </a:r>
            <a:r>
              <a:rPr lang="en-US" altLang="ko-KR" sz="1200" dirty="0">
                <a:solidFill>
                  <a:srgbClr val="C4161C"/>
                </a:solidFill>
              </a:rPr>
              <a:t>(</a:t>
            </a:r>
            <a:r>
              <a:rPr lang="ko-KR" altLang="en-US" sz="1200" dirty="0">
                <a:solidFill>
                  <a:srgbClr val="C4161C"/>
                </a:solidFill>
              </a:rPr>
              <a:t>솔루션</a:t>
            </a:r>
            <a:r>
              <a:rPr lang="en-US" altLang="ko-KR" sz="1200" dirty="0">
                <a:solidFill>
                  <a:srgbClr val="C4161C"/>
                </a:solidFill>
              </a:rPr>
              <a:t>) </a:t>
            </a:r>
            <a:r>
              <a:rPr lang="ko-KR" altLang="en-US" sz="1200" dirty="0">
                <a:solidFill>
                  <a:srgbClr val="C4161C"/>
                </a:solidFill>
              </a:rPr>
              <a:t>명칭 자리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11072" y="105352"/>
            <a:ext cx="1598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C4161C"/>
                </a:solidFill>
              </a:rPr>
              <a:t>필요 시 고객사 로고</a:t>
            </a:r>
            <a:r>
              <a:rPr lang="en-US" altLang="ko-KR" sz="1200" dirty="0">
                <a:solidFill>
                  <a:srgbClr val="C4161C"/>
                </a:solidFill>
              </a:rPr>
              <a:t>: </a:t>
            </a:r>
            <a:endParaRPr lang="ko-KR" altLang="en-US" sz="1200" dirty="0">
              <a:solidFill>
                <a:srgbClr val="C4161C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696D-E6FD-4CEA-B996-7BBDF3D91E34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59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808</TotalTime>
  <Words>93</Words>
  <Application>Microsoft Office PowerPoint</Application>
  <PresentationFormat>A4 용지(210x297mm)</PresentationFormat>
  <Paragraphs>19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박 성준</cp:lastModifiedBy>
  <cp:revision>71</cp:revision>
  <dcterms:created xsi:type="dcterms:W3CDTF">2013-11-28T04:18:06Z</dcterms:created>
  <dcterms:modified xsi:type="dcterms:W3CDTF">2022-12-21T11:57:55Z</dcterms:modified>
</cp:coreProperties>
</file>