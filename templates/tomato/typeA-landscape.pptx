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60" r:id="rId2"/>
    <p:sldId id="256" r:id="rId3"/>
    <p:sldId id="259" r:id="rId4"/>
    <p:sldId id="258" r:id="rId5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4D4D"/>
    <a:srgbClr val="C4161C"/>
    <a:srgbClr val="2D2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1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1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8" d="100"/>
          <a:sy n="98" d="100"/>
        </p:scale>
        <p:origin x="359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4B34BB89-BA1F-49D4-8509-BC20A93870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B1903F2-1E46-4633-BE7F-C18D3D07C34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20D487-FB1B-40F7-B687-1B1B64B6CB63}" type="datetimeFigureOut">
              <a:rPr lang="ko-KR" altLang="en-US" smtClean="0"/>
              <a:t>2022-12-21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BB46A06-8429-4497-80AD-C9B3A3B15F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4645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3FC15D-D09F-4F92-98E1-56DCA78DD508}" type="datetimeFigureOut">
              <a:rPr lang="ko-KR" altLang="en-US" smtClean="0"/>
              <a:t>2022-12-21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4B7025-B823-414B-BF21-AD6B94E50B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1726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토마토_표지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7"/>
            <a:ext cx="9906000" cy="6856945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5253246" y="664417"/>
            <a:ext cx="27655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0" dirty="0">
                <a:solidFill>
                  <a:schemeClr val="bg1"/>
                </a:solidFill>
                <a:latin typeface="+mn-ea"/>
                <a:ea typeface="+mn-ea"/>
              </a:rPr>
              <a:t>Copyright 2023. TOMATO SYSTEM All Rights Reserved.</a:t>
            </a:r>
            <a:endParaRPr lang="ko-KR" altLang="en-US" sz="80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3D01EF-045C-40C0-960D-7D3E76F85FE7}"/>
              </a:ext>
            </a:extLst>
          </p:cNvPr>
          <p:cNvSpPr txBox="1"/>
          <p:nvPr userDrawn="1"/>
        </p:nvSpPr>
        <p:spPr>
          <a:xfrm>
            <a:off x="7423412" y="6549023"/>
            <a:ext cx="247856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0" dirty="0">
                <a:solidFill>
                  <a:schemeClr val="bg1"/>
                </a:solidFill>
                <a:latin typeface="+mn-ea"/>
                <a:ea typeface="+mn-ea"/>
              </a:rPr>
              <a:t>Copyright. TOMATO SYSTEM </a:t>
            </a:r>
            <a:r>
              <a:rPr lang="en-US" altLang="ko-KR" sz="800" b="0">
                <a:solidFill>
                  <a:schemeClr val="bg1"/>
                </a:solidFill>
                <a:latin typeface="+mn-ea"/>
                <a:ea typeface="+mn-ea"/>
              </a:rPr>
              <a:t>All rights reserved</a:t>
            </a:r>
            <a:r>
              <a:rPr lang="en-US" altLang="ko-KR" sz="800" b="0" dirty="0">
                <a:solidFill>
                  <a:schemeClr val="bg1"/>
                </a:solidFill>
                <a:latin typeface="+mn-ea"/>
                <a:ea typeface="+mn-ea"/>
              </a:rPr>
              <a:t>.</a:t>
            </a:r>
            <a:endParaRPr lang="ko-KR" altLang="en-US" sz="80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046480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토마토_표지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C9B16BE-644B-41CC-AB35-DAB0E72049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27"/>
            <a:ext cx="9906000" cy="68569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3BE5B9-0375-4BC9-A902-EFEA0DD943CE}"/>
              </a:ext>
            </a:extLst>
          </p:cNvPr>
          <p:cNvSpPr txBox="1"/>
          <p:nvPr userDrawn="1"/>
        </p:nvSpPr>
        <p:spPr>
          <a:xfrm>
            <a:off x="3682460" y="6534275"/>
            <a:ext cx="25410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0" dirty="0">
                <a:solidFill>
                  <a:schemeClr val="bg1"/>
                </a:solidFill>
                <a:latin typeface="+mn-ea"/>
                <a:ea typeface="+mn-ea"/>
              </a:rPr>
              <a:t>Copyright. TOMATO SYSTEM </a:t>
            </a:r>
            <a:r>
              <a:rPr lang="en-US" altLang="ko-KR" sz="800" b="0">
                <a:solidFill>
                  <a:schemeClr val="bg1"/>
                </a:solidFill>
                <a:latin typeface="+mn-ea"/>
                <a:ea typeface="+mn-ea"/>
              </a:rPr>
              <a:t>All rights reserved</a:t>
            </a:r>
            <a:r>
              <a:rPr lang="en-US" altLang="ko-KR" sz="800" b="0" dirty="0">
                <a:solidFill>
                  <a:schemeClr val="bg1"/>
                </a:solidFill>
                <a:latin typeface="+mn-ea"/>
                <a:ea typeface="+mn-ea"/>
              </a:rPr>
              <a:t>.</a:t>
            </a:r>
            <a:endParaRPr lang="ko-KR" altLang="en-US" sz="80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582573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토마토_표지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7"/>
            <a:ext cx="9906000" cy="685694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62C5507-4CD8-4E49-AC17-210E4AA6D990}"/>
              </a:ext>
            </a:extLst>
          </p:cNvPr>
          <p:cNvSpPr txBox="1"/>
          <p:nvPr userDrawn="1"/>
        </p:nvSpPr>
        <p:spPr>
          <a:xfrm>
            <a:off x="13805" y="6534275"/>
            <a:ext cx="25410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0" dirty="0">
                <a:solidFill>
                  <a:schemeClr val="bg1"/>
                </a:solidFill>
                <a:latin typeface="+mn-ea"/>
                <a:ea typeface="+mn-ea"/>
              </a:rPr>
              <a:t>Copyright. TOMATO SYSTEM </a:t>
            </a:r>
            <a:r>
              <a:rPr lang="en-US" altLang="ko-KR" sz="800" b="0">
                <a:solidFill>
                  <a:schemeClr val="bg1"/>
                </a:solidFill>
                <a:latin typeface="+mn-ea"/>
                <a:ea typeface="+mn-ea"/>
              </a:rPr>
              <a:t>All rights reserved</a:t>
            </a:r>
            <a:r>
              <a:rPr lang="en-US" altLang="ko-KR" sz="800" b="0" dirty="0">
                <a:solidFill>
                  <a:schemeClr val="bg1"/>
                </a:solidFill>
                <a:latin typeface="+mn-ea"/>
                <a:ea typeface="+mn-ea"/>
              </a:rPr>
              <a:t>.</a:t>
            </a:r>
            <a:endParaRPr lang="ko-KR" altLang="en-US" sz="80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800511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09F2AC4-C5DB-45EA-AFF2-27FB9E6588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60234"/>
            <a:ext cx="9906000" cy="465932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196" y="6532901"/>
            <a:ext cx="1361871" cy="222010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8001484" y="6520795"/>
            <a:ext cx="19175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Copyright. All rights reserved</a:t>
            </a:r>
            <a:r>
              <a:rPr lang="en-US" altLang="ko-KR" sz="10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t>.</a:t>
            </a:r>
            <a:endParaRPr lang="ko-KR" altLang="en-US" sz="1000" b="0" dirty="0"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6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4669327" y="6461041"/>
            <a:ext cx="567346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fld id="{C8A1696D-E6FD-4CEA-B996-7BBDF3D91E3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7DBA5EC-2510-4AE3-9E97-C8DC1C252B4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547823"/>
          </a:xfrm>
          <a:prstGeom prst="rect">
            <a:avLst/>
          </a:prstGeom>
        </p:spPr>
      </p:pic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9726D352-BD78-4578-A656-BA59FC850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684" y="188146"/>
            <a:ext cx="8949659" cy="6746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3EEAFDA-F0ED-4BB8-B4C6-EA613D6CA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683" y="1120880"/>
            <a:ext cx="8949659" cy="49849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AC42D7C-A077-4C32-840A-97E6A27EAF2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23" y="6496970"/>
            <a:ext cx="1336613" cy="29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4491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FCD6A8-46F2-410C-B36D-62F88B85D322}" type="datetime1">
              <a:rPr lang="ko-KR" altLang="en-US" smtClean="0"/>
              <a:t>2022-12-21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1696D-E6FD-4CEA-B996-7BBDF3D91E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2890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1" r:id="rId2"/>
    <p:sldLayoutId id="2147483664" r:id="rId3"/>
    <p:sldLayoutId id="2147483662" r:id="rId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460975" y="1517721"/>
            <a:ext cx="20425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600" dirty="0">
                <a:latin typeface="+mj-ea"/>
                <a:ea typeface="+mj-ea"/>
              </a:rPr>
              <a:t>필요 시 </a:t>
            </a:r>
            <a:r>
              <a:rPr lang="ko-KR" altLang="en-US" sz="1600" dirty="0" err="1">
                <a:latin typeface="+mj-ea"/>
                <a:ea typeface="+mj-ea"/>
              </a:rPr>
              <a:t>고객사</a:t>
            </a:r>
            <a:r>
              <a:rPr lang="ko-KR" altLang="en-US" sz="1600" dirty="0">
                <a:latin typeface="+mj-ea"/>
                <a:ea typeface="+mj-ea"/>
              </a:rPr>
              <a:t> 로고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88934" y="2256771"/>
            <a:ext cx="414408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4000" b="1" dirty="0">
                <a:latin typeface="+mj-ea"/>
                <a:ea typeface="+mj-ea"/>
              </a:rPr>
              <a:t>프로젝트</a:t>
            </a:r>
            <a:r>
              <a:rPr lang="en-US" altLang="ko-KR" sz="4000" b="1" dirty="0">
                <a:latin typeface="+mj-ea"/>
                <a:ea typeface="+mj-ea"/>
              </a:rPr>
              <a:t>(</a:t>
            </a:r>
            <a:r>
              <a:rPr lang="ko-KR" altLang="en-US" sz="4000" b="1" dirty="0">
                <a:latin typeface="+mj-ea"/>
                <a:ea typeface="+mj-ea"/>
              </a:rPr>
              <a:t>솔루션</a:t>
            </a:r>
            <a:r>
              <a:rPr lang="en-US" altLang="ko-KR" sz="4000" b="1" dirty="0">
                <a:latin typeface="+mj-ea"/>
                <a:ea typeface="+mj-ea"/>
              </a:rPr>
              <a:t>)</a:t>
            </a:r>
          </a:p>
          <a:p>
            <a:pPr algn="r"/>
            <a:r>
              <a:rPr lang="ko-KR" altLang="en-US" sz="4000" b="1" dirty="0">
                <a:latin typeface="+mj-ea"/>
                <a:ea typeface="+mj-ea"/>
              </a:rPr>
              <a:t>명칭자리 배치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6673" y="3580210"/>
            <a:ext cx="31758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2000" dirty="0">
                <a:latin typeface="+mn-ea"/>
              </a:rPr>
              <a:t>문서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기능</a:t>
            </a:r>
            <a:r>
              <a:rPr lang="en-US" altLang="ko-KR" sz="2000" dirty="0">
                <a:latin typeface="+mn-ea"/>
              </a:rPr>
              <a:t>) </a:t>
            </a:r>
            <a:r>
              <a:rPr lang="ko-KR" altLang="en-US" sz="2000" dirty="0">
                <a:latin typeface="+mn-ea"/>
              </a:rPr>
              <a:t>명칭 자리 배치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3736" y="1080584"/>
            <a:ext cx="39292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2400" b="1" dirty="0">
                <a:latin typeface="+mj-ea"/>
              </a:rPr>
              <a:t>표지타입</a:t>
            </a:r>
            <a:r>
              <a:rPr lang="en-US" altLang="ko-KR" sz="2400" b="1" dirty="0">
                <a:latin typeface="+mj-ea"/>
              </a:rPr>
              <a:t>[A-B1] - </a:t>
            </a:r>
            <a:r>
              <a:rPr lang="ko-KR" altLang="en-US" sz="2400" b="1" dirty="0">
                <a:latin typeface="+mj-ea"/>
              </a:rPr>
              <a:t>선택사용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3864709-87D6-4171-822E-3BF94A8B6A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3495" y="5618171"/>
            <a:ext cx="1898418" cy="416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637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9BE60C7-6390-4B63-929A-C1A488B7150B}"/>
              </a:ext>
            </a:extLst>
          </p:cNvPr>
          <p:cNvSpPr txBox="1"/>
          <p:nvPr/>
        </p:nvSpPr>
        <p:spPr>
          <a:xfrm>
            <a:off x="3365066" y="3765391"/>
            <a:ext cx="31758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2000" dirty="0">
                <a:latin typeface="+mn-ea"/>
              </a:rPr>
              <a:t>문서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기능</a:t>
            </a:r>
            <a:r>
              <a:rPr lang="en-US" altLang="ko-KR" sz="2000" dirty="0">
                <a:latin typeface="+mn-ea"/>
              </a:rPr>
              <a:t>) </a:t>
            </a:r>
            <a:r>
              <a:rPr lang="ko-KR" altLang="en-US" sz="2000" dirty="0">
                <a:latin typeface="+mn-ea"/>
              </a:rPr>
              <a:t>명칭 자리 배치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582F032-B771-402E-A18A-CF4CF1F70D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791" y="5472865"/>
            <a:ext cx="1898418" cy="4165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96B30A5-52A3-4FB2-97E9-D20B3D59C021}"/>
              </a:ext>
            </a:extLst>
          </p:cNvPr>
          <p:cNvSpPr txBox="1"/>
          <p:nvPr/>
        </p:nvSpPr>
        <p:spPr>
          <a:xfrm>
            <a:off x="2880959" y="2227030"/>
            <a:ext cx="414408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000" b="1" dirty="0">
                <a:latin typeface="+mj-ea"/>
                <a:ea typeface="+mj-ea"/>
              </a:rPr>
              <a:t>프로젝트</a:t>
            </a:r>
            <a:r>
              <a:rPr lang="en-US" altLang="ko-KR" sz="4000" b="1" dirty="0">
                <a:latin typeface="+mj-ea"/>
                <a:ea typeface="+mj-ea"/>
              </a:rPr>
              <a:t>(</a:t>
            </a:r>
            <a:r>
              <a:rPr lang="ko-KR" altLang="en-US" sz="4000" b="1" dirty="0">
                <a:latin typeface="+mj-ea"/>
                <a:ea typeface="+mj-ea"/>
              </a:rPr>
              <a:t>솔루션</a:t>
            </a:r>
            <a:r>
              <a:rPr lang="en-US" altLang="ko-KR" sz="4000" b="1" dirty="0">
                <a:latin typeface="+mj-ea"/>
                <a:ea typeface="+mj-ea"/>
              </a:rPr>
              <a:t>)</a:t>
            </a:r>
          </a:p>
          <a:p>
            <a:pPr algn="ctr"/>
            <a:r>
              <a:rPr lang="ko-KR" altLang="en-US" sz="4000" b="1" dirty="0">
                <a:latin typeface="+mj-ea"/>
                <a:ea typeface="+mj-ea"/>
              </a:rPr>
              <a:t>명칭자리 배치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A4F927D-443E-4AB8-97FD-BC82B46439D4}"/>
              </a:ext>
            </a:extLst>
          </p:cNvPr>
          <p:cNvSpPr/>
          <p:nvPr/>
        </p:nvSpPr>
        <p:spPr>
          <a:xfrm>
            <a:off x="2988359" y="898347"/>
            <a:ext cx="39292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2400" b="1" dirty="0">
                <a:latin typeface="+mj-ea"/>
              </a:rPr>
              <a:t>표지타입</a:t>
            </a:r>
            <a:r>
              <a:rPr lang="en-US" altLang="ko-KR" sz="2400" b="1" dirty="0">
                <a:latin typeface="+mj-ea"/>
              </a:rPr>
              <a:t>[A-B2] - </a:t>
            </a:r>
            <a:r>
              <a:rPr lang="ko-KR" altLang="en-US" sz="2400" b="1" dirty="0">
                <a:latin typeface="+mj-ea"/>
              </a:rPr>
              <a:t>선택사용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1E1929-52D8-4A31-812A-E9372C23EB53}"/>
              </a:ext>
            </a:extLst>
          </p:cNvPr>
          <p:cNvSpPr txBox="1"/>
          <p:nvPr/>
        </p:nvSpPr>
        <p:spPr>
          <a:xfrm>
            <a:off x="3931727" y="1360012"/>
            <a:ext cx="20425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600" dirty="0">
                <a:latin typeface="+mj-ea"/>
                <a:ea typeface="+mj-ea"/>
              </a:rPr>
              <a:t>필요 시 </a:t>
            </a:r>
            <a:r>
              <a:rPr lang="ko-KR" altLang="en-US" sz="1600" dirty="0" err="1">
                <a:latin typeface="+mj-ea"/>
                <a:ea typeface="+mj-ea"/>
              </a:rPr>
              <a:t>고객사</a:t>
            </a:r>
            <a:r>
              <a:rPr lang="ko-KR" altLang="en-US" sz="1600" dirty="0">
                <a:latin typeface="+mj-ea"/>
                <a:ea typeface="+mj-ea"/>
              </a:rPr>
              <a:t> 로고</a:t>
            </a:r>
          </a:p>
        </p:txBody>
      </p:sp>
    </p:spTree>
    <p:extLst>
      <p:ext uri="{BB962C8B-B14F-4D97-AF65-F5344CB8AC3E}">
        <p14:creationId xmlns:p14="http://schemas.microsoft.com/office/powerpoint/2010/main" val="3195948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E15A1B9-7D2F-4470-95FC-010E78C29B53}"/>
              </a:ext>
            </a:extLst>
          </p:cNvPr>
          <p:cNvSpPr txBox="1"/>
          <p:nvPr/>
        </p:nvSpPr>
        <p:spPr>
          <a:xfrm>
            <a:off x="303978" y="1366511"/>
            <a:ext cx="20425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600" dirty="0">
                <a:latin typeface="+mj-ea"/>
                <a:ea typeface="+mj-ea"/>
              </a:rPr>
              <a:t>필요 시 </a:t>
            </a:r>
            <a:r>
              <a:rPr lang="ko-KR" altLang="en-US" sz="1600" dirty="0" err="1">
                <a:latin typeface="+mj-ea"/>
                <a:ea typeface="+mj-ea"/>
              </a:rPr>
              <a:t>고객사</a:t>
            </a:r>
            <a:r>
              <a:rPr lang="ko-KR" altLang="en-US" sz="1600" dirty="0">
                <a:latin typeface="+mj-ea"/>
                <a:ea typeface="+mj-ea"/>
              </a:rPr>
              <a:t> 로고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1CC77D-B51E-4F8F-8488-1CBD8069B139}"/>
              </a:ext>
            </a:extLst>
          </p:cNvPr>
          <p:cNvSpPr txBox="1"/>
          <p:nvPr/>
        </p:nvSpPr>
        <p:spPr>
          <a:xfrm>
            <a:off x="303978" y="2035513"/>
            <a:ext cx="414408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latin typeface="+mj-ea"/>
                <a:ea typeface="+mj-ea"/>
              </a:rPr>
              <a:t>프로젝트</a:t>
            </a:r>
            <a:r>
              <a:rPr lang="en-US" altLang="ko-KR" sz="4000" b="1" dirty="0">
                <a:latin typeface="+mj-ea"/>
                <a:ea typeface="+mj-ea"/>
              </a:rPr>
              <a:t>(</a:t>
            </a:r>
            <a:r>
              <a:rPr lang="ko-KR" altLang="en-US" sz="4000" b="1" dirty="0">
                <a:latin typeface="+mj-ea"/>
                <a:ea typeface="+mj-ea"/>
              </a:rPr>
              <a:t>솔루션</a:t>
            </a:r>
            <a:r>
              <a:rPr lang="en-US" altLang="ko-KR" sz="4000" b="1" dirty="0">
                <a:latin typeface="+mj-ea"/>
                <a:ea typeface="+mj-ea"/>
              </a:rPr>
              <a:t>)</a:t>
            </a:r>
          </a:p>
          <a:p>
            <a:r>
              <a:rPr lang="ko-KR" altLang="en-US" sz="4000" b="1" dirty="0">
                <a:latin typeface="+mj-ea"/>
                <a:ea typeface="+mj-ea"/>
              </a:rPr>
              <a:t>명칭자리 배치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7FA2B7-797B-412F-A7ED-536309DA719E}"/>
              </a:ext>
            </a:extLst>
          </p:cNvPr>
          <p:cNvSpPr txBox="1"/>
          <p:nvPr/>
        </p:nvSpPr>
        <p:spPr>
          <a:xfrm>
            <a:off x="303978" y="3429000"/>
            <a:ext cx="31758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2000" dirty="0">
                <a:latin typeface="+mn-ea"/>
              </a:rPr>
              <a:t>문서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기능</a:t>
            </a:r>
            <a:r>
              <a:rPr lang="en-US" altLang="ko-KR" sz="2000" dirty="0">
                <a:latin typeface="+mn-ea"/>
              </a:rPr>
              <a:t>) </a:t>
            </a:r>
            <a:r>
              <a:rPr lang="ko-KR" altLang="en-US" sz="2000" dirty="0">
                <a:latin typeface="+mn-ea"/>
              </a:rPr>
              <a:t>명칭 자리 배치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F56081-B287-4344-9DA4-93B786CA7E32}"/>
              </a:ext>
            </a:extLst>
          </p:cNvPr>
          <p:cNvSpPr txBox="1"/>
          <p:nvPr/>
        </p:nvSpPr>
        <p:spPr>
          <a:xfrm>
            <a:off x="303978" y="929374"/>
            <a:ext cx="39292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2400" b="1" dirty="0">
                <a:latin typeface="+mj-ea"/>
              </a:rPr>
              <a:t>표지타입</a:t>
            </a:r>
            <a:r>
              <a:rPr lang="en-US" altLang="ko-KR" sz="2400" b="1" dirty="0">
                <a:latin typeface="+mj-ea"/>
              </a:rPr>
              <a:t>[A-B3] - </a:t>
            </a:r>
            <a:r>
              <a:rPr lang="ko-KR" altLang="en-US" sz="2400" b="1" dirty="0">
                <a:latin typeface="+mj-ea"/>
              </a:rPr>
              <a:t>선택사용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0D4A6BD-DFC6-43C4-AC9E-4C93DF5B92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978" y="5466961"/>
            <a:ext cx="1898418" cy="416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075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0459" y="339369"/>
            <a:ext cx="40559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>
                <a:solidFill>
                  <a:srgbClr val="2D2D2D"/>
                </a:solidFill>
              </a:rPr>
              <a:t>속지별</a:t>
            </a:r>
            <a:r>
              <a:rPr lang="ko-KR" altLang="en-US" sz="1400" b="1" dirty="0">
                <a:solidFill>
                  <a:srgbClr val="2D2D2D"/>
                </a:solidFill>
              </a:rPr>
              <a:t> 타이틀 자리 배치 </a:t>
            </a:r>
            <a:r>
              <a:rPr lang="ko-KR" altLang="en-US" sz="1400" b="1" dirty="0" err="1">
                <a:solidFill>
                  <a:srgbClr val="2D2D2D"/>
                </a:solidFill>
              </a:rPr>
              <a:t>속지별</a:t>
            </a:r>
            <a:r>
              <a:rPr lang="ko-KR" altLang="en-US" sz="1400" b="1" dirty="0">
                <a:solidFill>
                  <a:srgbClr val="2D2D2D"/>
                </a:solidFill>
              </a:rPr>
              <a:t> 타이틀 자리 배치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9919" y="370147"/>
            <a:ext cx="2383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200" dirty="0">
                <a:solidFill>
                  <a:srgbClr val="C4161C"/>
                </a:solidFill>
              </a:rPr>
              <a:t>프로젝트</a:t>
            </a:r>
            <a:r>
              <a:rPr lang="en-US" altLang="ko-KR" sz="1200" dirty="0">
                <a:solidFill>
                  <a:srgbClr val="C4161C"/>
                </a:solidFill>
              </a:rPr>
              <a:t>(</a:t>
            </a:r>
            <a:r>
              <a:rPr lang="ko-KR" altLang="en-US" sz="1200" dirty="0">
                <a:solidFill>
                  <a:srgbClr val="C4161C"/>
                </a:solidFill>
              </a:rPr>
              <a:t>솔루션</a:t>
            </a:r>
            <a:r>
              <a:rPr lang="en-US" altLang="ko-KR" sz="1200" dirty="0">
                <a:solidFill>
                  <a:srgbClr val="C4161C"/>
                </a:solidFill>
              </a:rPr>
              <a:t>) </a:t>
            </a:r>
            <a:r>
              <a:rPr lang="ko-KR" altLang="en-US" sz="1200" dirty="0">
                <a:solidFill>
                  <a:srgbClr val="C4161C"/>
                </a:solidFill>
              </a:rPr>
              <a:t>명칭 자리 배치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37116" y="103065"/>
            <a:ext cx="15215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200" dirty="0">
                <a:solidFill>
                  <a:srgbClr val="C4161C"/>
                </a:solidFill>
              </a:rPr>
              <a:t>필요 시 </a:t>
            </a:r>
            <a:r>
              <a:rPr lang="ko-KR" altLang="en-US" sz="1200" dirty="0" err="1">
                <a:solidFill>
                  <a:srgbClr val="C4161C"/>
                </a:solidFill>
              </a:rPr>
              <a:t>고객사</a:t>
            </a:r>
            <a:r>
              <a:rPr lang="ko-KR" altLang="en-US" sz="1200" dirty="0">
                <a:solidFill>
                  <a:srgbClr val="C4161C"/>
                </a:solidFill>
              </a:rPr>
              <a:t> 로고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1696D-E6FD-4CEA-B996-7BBDF3D91E34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099F89A-BFAD-4462-9974-E2BBE759552D}"/>
              </a:ext>
            </a:extLst>
          </p:cNvPr>
          <p:cNvCxnSpPr>
            <a:cxnSpLocks/>
          </p:cNvCxnSpPr>
          <p:nvPr/>
        </p:nvCxnSpPr>
        <p:spPr>
          <a:xfrm>
            <a:off x="230459" y="713678"/>
            <a:ext cx="9448800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059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470</TotalTime>
  <Words>89</Words>
  <Application>Microsoft Office PowerPoint</Application>
  <PresentationFormat>A4 용지(210x297mm)</PresentationFormat>
  <Paragraphs>19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박 성준</cp:lastModifiedBy>
  <cp:revision>64</cp:revision>
  <dcterms:created xsi:type="dcterms:W3CDTF">2013-11-28T04:18:06Z</dcterms:created>
  <dcterms:modified xsi:type="dcterms:W3CDTF">2022-12-21T11:53:21Z</dcterms:modified>
</cp:coreProperties>
</file>