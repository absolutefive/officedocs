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58" r:id="rId2"/>
    <p:sldId id="256" r:id="rId3"/>
    <p:sldId id="257" r:id="rId4"/>
    <p:sldId id="259" r:id="rId5"/>
  </p:sldIdLst>
  <p:sldSz cx="6858000" cy="9906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  <p15:guide id="4" pos="232" userDrawn="1">
          <p15:clr>
            <a:srgbClr val="A4A3A4"/>
          </p15:clr>
        </p15:guide>
        <p15:guide id="5" pos="408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4B4B"/>
    <a:srgbClr val="DE4D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5" autoAdjust="0"/>
    <p:restoredTop sz="94660"/>
  </p:normalViewPr>
  <p:slideViewPr>
    <p:cSldViewPr snapToGrid="0">
      <p:cViewPr varScale="1">
        <p:scale>
          <a:sx n="80" d="100"/>
          <a:sy n="80" d="100"/>
        </p:scale>
        <p:origin x="2874" y="96"/>
      </p:cViewPr>
      <p:guideLst>
        <p:guide orient="horz" pos="3120"/>
        <p:guide pos="2160"/>
        <p:guide pos="232"/>
        <p:guide pos="40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16E1F8-9687-49DB-858A-887DED45B3DE}" type="datetimeFigureOut">
              <a:rPr lang="ko-KR" altLang="en-US" smtClean="0"/>
              <a:t>2022-12-21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04BEBB-4319-4036-8BF6-2B00878C40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94284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04BEBB-4319-4036-8BF6-2B00878C405D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55978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토마토_표지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" y="0"/>
            <a:ext cx="6856945" cy="9906000"/>
          </a:xfrm>
          <a:prstGeom prst="rect">
            <a:avLst/>
          </a:prstGeom>
        </p:spPr>
      </p:pic>
      <p:sp>
        <p:nvSpPr>
          <p:cNvPr id="5" name="TextBox 4"/>
          <p:cNvSpPr txBox="1"/>
          <p:nvPr userDrawn="1"/>
        </p:nvSpPr>
        <p:spPr>
          <a:xfrm>
            <a:off x="92820" y="9563732"/>
            <a:ext cx="315487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900" b="0" dirty="0">
                <a:solidFill>
                  <a:schemeClr val="bg1"/>
                </a:solidFill>
                <a:latin typeface="+mn-ea"/>
                <a:ea typeface="+mn-ea"/>
              </a:rPr>
              <a:t>Copyright. </a:t>
            </a:r>
            <a:r>
              <a:rPr lang="en-US" altLang="ko-KR" sz="900" b="0">
                <a:solidFill>
                  <a:schemeClr val="bg1"/>
                </a:solidFill>
                <a:latin typeface="+mn-ea"/>
                <a:ea typeface="+mn-ea"/>
              </a:rPr>
              <a:t>TOMATO SYSTEM All rights reserved</a:t>
            </a:r>
            <a:r>
              <a:rPr lang="en-US" altLang="ko-KR" sz="900" b="0" dirty="0">
                <a:solidFill>
                  <a:schemeClr val="bg1"/>
                </a:solidFill>
                <a:latin typeface="+mn-ea"/>
                <a:ea typeface="+mn-ea"/>
              </a:rPr>
              <a:t>.</a:t>
            </a:r>
            <a:endParaRPr lang="ko-KR" altLang="en-US" sz="900" b="0" dirty="0">
              <a:solidFill>
                <a:schemeClr val="bg1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381336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17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토마토_표지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336"/>
            <a:ext cx="6856945" cy="9891663"/>
          </a:xfrm>
          <a:prstGeom prst="rect">
            <a:avLst/>
          </a:prstGeom>
        </p:spPr>
      </p:pic>
      <p:sp>
        <p:nvSpPr>
          <p:cNvPr id="10" name="TextBox 9"/>
          <p:cNvSpPr txBox="1"/>
          <p:nvPr userDrawn="1"/>
        </p:nvSpPr>
        <p:spPr>
          <a:xfrm>
            <a:off x="1930051" y="9579462"/>
            <a:ext cx="297870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b="0" dirty="0">
                <a:solidFill>
                  <a:schemeClr val="bg1"/>
                </a:solidFill>
                <a:latin typeface="+mn-ea"/>
                <a:ea typeface="+mn-ea"/>
              </a:rPr>
              <a:t>Copyright </a:t>
            </a:r>
            <a:r>
              <a:rPr lang="en-US" altLang="ko-KR" sz="1000" b="0">
                <a:solidFill>
                  <a:schemeClr val="bg1"/>
                </a:solidFill>
                <a:latin typeface="+mn-ea"/>
                <a:ea typeface="+mn-ea"/>
              </a:rPr>
              <a:t>TOMATO SYSTEM All rights reserved.</a:t>
            </a:r>
            <a:endParaRPr lang="ko-KR" altLang="en-US" sz="1000" b="0" dirty="0">
              <a:solidFill>
                <a:schemeClr val="bg1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786632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20" userDrawn="1">
          <p15:clr>
            <a:srgbClr val="FBAE40"/>
          </p15:clr>
        </p15:guide>
        <p15:guide id="2" pos="216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토마토_표지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CCA808C1-7BBA-411E-9818-B82B92C7DF9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" y="14337"/>
            <a:ext cx="6858000" cy="989166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3941B0C-68E2-4AD3-88BD-0B45FC826E5F}"/>
              </a:ext>
            </a:extLst>
          </p:cNvPr>
          <p:cNvSpPr txBox="1"/>
          <p:nvPr userDrawn="1"/>
        </p:nvSpPr>
        <p:spPr>
          <a:xfrm>
            <a:off x="3886005" y="9589973"/>
            <a:ext cx="297870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b="0" dirty="0">
                <a:solidFill>
                  <a:schemeClr val="bg1"/>
                </a:solidFill>
                <a:latin typeface="+mn-ea"/>
                <a:ea typeface="+mn-ea"/>
              </a:rPr>
              <a:t>Copyright. </a:t>
            </a:r>
            <a:r>
              <a:rPr lang="en-US" altLang="ko-KR" sz="1000" b="0">
                <a:solidFill>
                  <a:schemeClr val="bg1"/>
                </a:solidFill>
                <a:latin typeface="+mn-ea"/>
                <a:ea typeface="+mn-ea"/>
              </a:rPr>
              <a:t>TOMATO SYSTEM All rights reserved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97765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160" userDrawn="1">
          <p15:clr>
            <a:srgbClr val="FBAE40"/>
          </p15:clr>
        </p15:guide>
        <p15:guide id="2" pos="232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토마토_속지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DDBE792-5FF4-4D1A-A209-2B74BADE5D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592"/>
          <a:stretch/>
        </p:blipFill>
        <p:spPr>
          <a:xfrm>
            <a:off x="0" y="-21021"/>
            <a:ext cx="6858000" cy="8479221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044" y="9612432"/>
            <a:ext cx="1112843" cy="181414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3A71CBEA-2FE5-4EB7-C81E-D2FDB187BBE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044" y="9744784"/>
            <a:ext cx="1112843" cy="18141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ED5C5E8-0961-EB95-3767-0207E405777E}"/>
              </a:ext>
            </a:extLst>
          </p:cNvPr>
          <p:cNvSpPr txBox="1"/>
          <p:nvPr userDrawn="1"/>
        </p:nvSpPr>
        <p:spPr>
          <a:xfrm>
            <a:off x="4813958" y="9567440"/>
            <a:ext cx="19175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000" b="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rPr>
              <a:t>Copyright. All rights reserved</a:t>
            </a:r>
            <a:r>
              <a:rPr lang="en-US" altLang="ko-KR" sz="10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rPr>
              <a:t>.</a:t>
            </a:r>
            <a:endParaRPr lang="ko-KR" altLang="en-US" sz="1000" b="0" dirty="0">
              <a:solidFill>
                <a:schemeClr val="tx1">
                  <a:lumMod val="50000"/>
                  <a:lumOff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04DDD817-E4BD-6DFC-F111-AA306EA26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45327" y="9504015"/>
            <a:ext cx="567346" cy="365125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fld id="{C8A1696D-E6FD-4CEA-B996-7BBDF3D91E3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54BAABD-4891-E1A3-A694-2B472E0649E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85" y="9504014"/>
            <a:ext cx="1664129" cy="365125"/>
          </a:xfrm>
          <a:prstGeom prst="rect">
            <a:avLst/>
          </a:prstGeom>
        </p:spPr>
      </p:pic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3E75AEA-0E67-777B-DE46-4AA3E35E0212}"/>
              </a:ext>
            </a:extLst>
          </p:cNvPr>
          <p:cNvCxnSpPr/>
          <p:nvPr userDrawn="1"/>
        </p:nvCxnSpPr>
        <p:spPr>
          <a:xfrm>
            <a:off x="0" y="9473288"/>
            <a:ext cx="6858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3" name="그림 12">
            <a:extLst>
              <a:ext uri="{FF2B5EF4-FFF2-40B4-BE49-F238E27FC236}">
                <a16:creationId xmlns:a16="http://schemas.microsoft.com/office/drawing/2014/main" id="{BCE5DBD3-B57F-93E1-9D56-C687A6FC347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982" b="4256"/>
          <a:stretch/>
        </p:blipFill>
        <p:spPr>
          <a:xfrm>
            <a:off x="0" y="9360578"/>
            <a:ext cx="6858000" cy="170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2467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20" userDrawn="1">
          <p15:clr>
            <a:srgbClr val="FBAE40"/>
          </p15:clr>
        </p15:guide>
        <p15:guide id="2" pos="216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54EA3F-1B82-45D9-9B93-38FE774BCB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0098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1" r:id="rId2"/>
    <p:sldLayoutId id="2147483662" r:id="rId3"/>
    <p:sldLayoutId id="2147483664" r:id="rId4"/>
  </p:sldLayoutIdLst>
  <p:hf hdr="0" ftr="0" dt="0"/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12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16EB7C8-7B1A-48DE-84FF-C8C8F25EAD89}"/>
              </a:ext>
            </a:extLst>
          </p:cNvPr>
          <p:cNvSpPr txBox="1"/>
          <p:nvPr/>
        </p:nvSpPr>
        <p:spPr>
          <a:xfrm>
            <a:off x="2356952" y="2179510"/>
            <a:ext cx="414408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4000" b="1" dirty="0">
                <a:latin typeface="+mj-ea"/>
                <a:ea typeface="+mj-ea"/>
              </a:rPr>
              <a:t>프로젝트</a:t>
            </a:r>
            <a:r>
              <a:rPr lang="en-US" altLang="ko-KR" sz="4000" b="1" dirty="0">
                <a:latin typeface="+mj-ea"/>
                <a:ea typeface="+mj-ea"/>
              </a:rPr>
              <a:t>(</a:t>
            </a:r>
            <a:r>
              <a:rPr lang="ko-KR" altLang="en-US" sz="4000" b="1" dirty="0">
                <a:latin typeface="+mj-ea"/>
                <a:ea typeface="+mj-ea"/>
              </a:rPr>
              <a:t>솔루션</a:t>
            </a:r>
            <a:r>
              <a:rPr lang="en-US" altLang="ko-KR" sz="4000" b="1" dirty="0">
                <a:latin typeface="+mj-ea"/>
                <a:ea typeface="+mj-ea"/>
              </a:rPr>
              <a:t>)</a:t>
            </a:r>
          </a:p>
          <a:p>
            <a:pPr algn="r"/>
            <a:r>
              <a:rPr lang="ko-KR" altLang="en-US" sz="4000" b="1" dirty="0">
                <a:latin typeface="+mj-ea"/>
                <a:ea typeface="+mj-ea"/>
              </a:rPr>
              <a:t>명칭 자리 배치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9D2B1B-5E8A-4679-A33C-DA2A6DAE507D}"/>
              </a:ext>
            </a:extLst>
          </p:cNvPr>
          <p:cNvSpPr txBox="1"/>
          <p:nvPr/>
        </p:nvSpPr>
        <p:spPr>
          <a:xfrm>
            <a:off x="3325166" y="3689281"/>
            <a:ext cx="31758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2000" dirty="0">
                <a:latin typeface="+mn-ea"/>
              </a:rPr>
              <a:t>문서</a:t>
            </a:r>
            <a:r>
              <a:rPr lang="en-US" altLang="ko-KR" sz="2000" dirty="0">
                <a:latin typeface="+mn-ea"/>
              </a:rPr>
              <a:t>(</a:t>
            </a:r>
            <a:r>
              <a:rPr lang="ko-KR" altLang="en-US" sz="2000" dirty="0">
                <a:latin typeface="+mn-ea"/>
              </a:rPr>
              <a:t>기능</a:t>
            </a:r>
            <a:r>
              <a:rPr lang="en-US" altLang="ko-KR" sz="2000" dirty="0">
                <a:latin typeface="+mn-ea"/>
              </a:rPr>
              <a:t>) </a:t>
            </a:r>
            <a:r>
              <a:rPr lang="ko-KR" altLang="en-US" sz="2000" dirty="0">
                <a:latin typeface="+mn-ea"/>
              </a:rPr>
              <a:t>명칭 자리 배치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C17068C-2409-45E2-839D-B2401D206D61}"/>
              </a:ext>
            </a:extLst>
          </p:cNvPr>
          <p:cNvSpPr txBox="1"/>
          <p:nvPr/>
        </p:nvSpPr>
        <p:spPr>
          <a:xfrm>
            <a:off x="4256469" y="1263993"/>
            <a:ext cx="20425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600" dirty="0">
                <a:latin typeface="+mj-ea"/>
                <a:ea typeface="+mj-ea"/>
              </a:rPr>
              <a:t>필요 시 </a:t>
            </a:r>
            <a:r>
              <a:rPr lang="ko-KR" altLang="en-US" sz="1600" dirty="0" err="1">
                <a:latin typeface="+mj-ea"/>
                <a:ea typeface="+mj-ea"/>
              </a:rPr>
              <a:t>고객사</a:t>
            </a:r>
            <a:r>
              <a:rPr lang="ko-KR" altLang="en-US" sz="1600" dirty="0">
                <a:latin typeface="+mj-ea"/>
                <a:ea typeface="+mj-ea"/>
              </a:rPr>
              <a:t> 로고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894986F-6B5F-492C-A2F5-08B9B7437042}"/>
              </a:ext>
            </a:extLst>
          </p:cNvPr>
          <p:cNvSpPr txBox="1"/>
          <p:nvPr/>
        </p:nvSpPr>
        <p:spPr>
          <a:xfrm>
            <a:off x="2392843" y="802328"/>
            <a:ext cx="39308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2400" b="1" dirty="0">
                <a:latin typeface="+mj-ea"/>
                <a:ea typeface="+mj-ea"/>
              </a:rPr>
              <a:t>표지타입</a:t>
            </a:r>
            <a:r>
              <a:rPr lang="en-US" altLang="ko-KR" sz="2400" b="1" dirty="0">
                <a:latin typeface="+mj-ea"/>
                <a:ea typeface="+mj-ea"/>
              </a:rPr>
              <a:t>[A-A1] - </a:t>
            </a:r>
            <a:r>
              <a:rPr lang="ko-KR" altLang="en-US" sz="2400" b="1" dirty="0">
                <a:latin typeface="+mj-ea"/>
                <a:ea typeface="+mj-ea"/>
              </a:rPr>
              <a:t>선택사용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11A33997-DF18-4C86-A262-3CB3443834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1129" y="5004908"/>
            <a:ext cx="1823579" cy="400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216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AA1210D-9629-4356-984B-2C242F0253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9590" y="283724"/>
            <a:ext cx="1802729" cy="3955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CE28264-032B-4F42-B043-754A0291F6BF}"/>
              </a:ext>
            </a:extLst>
          </p:cNvPr>
          <p:cNvSpPr txBox="1"/>
          <p:nvPr/>
        </p:nvSpPr>
        <p:spPr>
          <a:xfrm>
            <a:off x="1356958" y="3185872"/>
            <a:ext cx="414408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000" b="1" dirty="0">
                <a:latin typeface="+mj-ea"/>
                <a:ea typeface="+mj-ea"/>
              </a:rPr>
              <a:t>프로젝트</a:t>
            </a:r>
            <a:r>
              <a:rPr lang="en-US" altLang="ko-KR" sz="4000" b="1" dirty="0">
                <a:latin typeface="+mj-ea"/>
                <a:ea typeface="+mj-ea"/>
              </a:rPr>
              <a:t>(</a:t>
            </a:r>
            <a:r>
              <a:rPr lang="ko-KR" altLang="en-US" sz="4000" b="1" dirty="0">
                <a:latin typeface="+mj-ea"/>
                <a:ea typeface="+mj-ea"/>
              </a:rPr>
              <a:t>솔루션</a:t>
            </a:r>
            <a:r>
              <a:rPr lang="en-US" altLang="ko-KR" sz="4000" b="1" dirty="0">
                <a:latin typeface="+mj-ea"/>
                <a:ea typeface="+mj-ea"/>
              </a:rPr>
              <a:t>)</a:t>
            </a:r>
          </a:p>
          <a:p>
            <a:pPr algn="ctr"/>
            <a:r>
              <a:rPr lang="ko-KR" altLang="en-US" sz="4000" b="1" dirty="0">
                <a:latin typeface="+mj-ea"/>
                <a:ea typeface="+mj-ea"/>
              </a:rPr>
              <a:t>명칭 자리 배치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D75188F-DA88-4292-A12B-EF4CC8590C93}"/>
              </a:ext>
            </a:extLst>
          </p:cNvPr>
          <p:cNvSpPr txBox="1"/>
          <p:nvPr/>
        </p:nvSpPr>
        <p:spPr>
          <a:xfrm>
            <a:off x="1841066" y="4652746"/>
            <a:ext cx="31758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dirty="0">
                <a:latin typeface="+mn-ea"/>
              </a:rPr>
              <a:t>문서</a:t>
            </a:r>
            <a:r>
              <a:rPr lang="en-US" altLang="ko-KR" sz="2000" dirty="0">
                <a:latin typeface="+mn-ea"/>
              </a:rPr>
              <a:t>(</a:t>
            </a:r>
            <a:r>
              <a:rPr lang="ko-KR" altLang="en-US" sz="2000" dirty="0">
                <a:latin typeface="+mn-ea"/>
              </a:rPr>
              <a:t>기능</a:t>
            </a:r>
            <a:r>
              <a:rPr lang="en-US" altLang="ko-KR" sz="2000" dirty="0">
                <a:latin typeface="+mn-ea"/>
              </a:rPr>
              <a:t>) </a:t>
            </a:r>
            <a:r>
              <a:rPr lang="ko-KR" altLang="en-US" sz="2000" dirty="0">
                <a:latin typeface="+mn-ea"/>
              </a:rPr>
              <a:t>명칭 자리 배치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324907C-7960-4377-B267-5CFC761D1B10}"/>
              </a:ext>
            </a:extLst>
          </p:cNvPr>
          <p:cNvSpPr txBox="1"/>
          <p:nvPr/>
        </p:nvSpPr>
        <p:spPr>
          <a:xfrm>
            <a:off x="2407727" y="2361874"/>
            <a:ext cx="20425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dirty="0">
                <a:latin typeface="+mj-ea"/>
                <a:ea typeface="+mj-ea"/>
              </a:rPr>
              <a:t>필요 시 </a:t>
            </a:r>
            <a:r>
              <a:rPr lang="ko-KR" altLang="en-US" sz="1600" dirty="0" err="1">
                <a:latin typeface="+mj-ea"/>
                <a:ea typeface="+mj-ea"/>
              </a:rPr>
              <a:t>고객사</a:t>
            </a:r>
            <a:r>
              <a:rPr lang="ko-KR" altLang="en-US" sz="1600" dirty="0">
                <a:latin typeface="+mj-ea"/>
                <a:ea typeface="+mj-ea"/>
              </a:rPr>
              <a:t> 로고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F79249B-EB23-4C1B-AA45-6CBF0D4447BD}"/>
              </a:ext>
            </a:extLst>
          </p:cNvPr>
          <p:cNvSpPr txBox="1"/>
          <p:nvPr/>
        </p:nvSpPr>
        <p:spPr>
          <a:xfrm>
            <a:off x="1463558" y="1900209"/>
            <a:ext cx="39308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b="1" dirty="0">
                <a:latin typeface="+mj-ea"/>
                <a:ea typeface="+mj-ea"/>
              </a:rPr>
              <a:t>표지타입</a:t>
            </a:r>
            <a:r>
              <a:rPr lang="en-US" altLang="ko-KR" sz="2400" b="1" dirty="0">
                <a:latin typeface="+mj-ea"/>
                <a:ea typeface="+mj-ea"/>
              </a:rPr>
              <a:t>[A-A2] - </a:t>
            </a:r>
            <a:r>
              <a:rPr lang="ko-KR" altLang="en-US" sz="2400" b="1" dirty="0">
                <a:latin typeface="+mj-ea"/>
                <a:ea typeface="+mj-ea"/>
              </a:rPr>
              <a:t>선택사용</a:t>
            </a: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EDADC745-74CE-49E5-A860-A0CCFEAF2151}"/>
              </a:ext>
            </a:extLst>
          </p:cNvPr>
          <p:cNvCxnSpPr>
            <a:cxnSpLocks/>
          </p:cNvCxnSpPr>
          <p:nvPr/>
        </p:nvCxnSpPr>
        <p:spPr>
          <a:xfrm>
            <a:off x="653903" y="2860151"/>
            <a:ext cx="555019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8309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F891577E-066C-4BED-9E9C-A93C48B4033C}"/>
              </a:ext>
            </a:extLst>
          </p:cNvPr>
          <p:cNvSpPr txBox="1"/>
          <p:nvPr/>
        </p:nvSpPr>
        <p:spPr>
          <a:xfrm>
            <a:off x="2333987" y="3519515"/>
            <a:ext cx="414408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4000" b="1" dirty="0">
                <a:latin typeface="+mj-ea"/>
                <a:ea typeface="+mj-ea"/>
              </a:rPr>
              <a:t>프로젝트</a:t>
            </a:r>
            <a:r>
              <a:rPr lang="en-US" altLang="ko-KR" sz="4000" b="1" dirty="0">
                <a:latin typeface="+mj-ea"/>
                <a:ea typeface="+mj-ea"/>
              </a:rPr>
              <a:t>(</a:t>
            </a:r>
            <a:r>
              <a:rPr lang="ko-KR" altLang="en-US" sz="4000" b="1" dirty="0">
                <a:latin typeface="+mj-ea"/>
                <a:ea typeface="+mj-ea"/>
              </a:rPr>
              <a:t>솔루션</a:t>
            </a:r>
            <a:r>
              <a:rPr lang="en-US" altLang="ko-KR" sz="4000" b="1" dirty="0">
                <a:latin typeface="+mj-ea"/>
                <a:ea typeface="+mj-ea"/>
              </a:rPr>
              <a:t>)</a:t>
            </a:r>
          </a:p>
          <a:p>
            <a:pPr algn="r"/>
            <a:r>
              <a:rPr lang="ko-KR" altLang="en-US" sz="4000" b="1" dirty="0">
                <a:latin typeface="+mj-ea"/>
                <a:ea typeface="+mj-ea"/>
              </a:rPr>
              <a:t>명칭 자리 배치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423ED94-8612-480F-B52E-9B88B0C6ECAA}"/>
              </a:ext>
            </a:extLst>
          </p:cNvPr>
          <p:cNvSpPr txBox="1"/>
          <p:nvPr/>
        </p:nvSpPr>
        <p:spPr>
          <a:xfrm>
            <a:off x="3302201" y="4939239"/>
            <a:ext cx="31758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latin typeface="+mn-ea"/>
              </a:rPr>
              <a:t>문서</a:t>
            </a:r>
            <a:r>
              <a:rPr lang="en-US" altLang="ko-KR" sz="2000" dirty="0">
                <a:latin typeface="+mn-ea"/>
              </a:rPr>
              <a:t>(</a:t>
            </a:r>
            <a:r>
              <a:rPr lang="ko-KR" altLang="en-US" sz="2000" dirty="0">
                <a:latin typeface="+mn-ea"/>
              </a:rPr>
              <a:t>기능</a:t>
            </a:r>
            <a:r>
              <a:rPr lang="en-US" altLang="ko-KR" sz="2000" dirty="0">
                <a:latin typeface="+mn-ea"/>
              </a:rPr>
              <a:t>) </a:t>
            </a:r>
            <a:r>
              <a:rPr lang="ko-KR" altLang="en-US" sz="2000" dirty="0">
                <a:latin typeface="+mn-ea"/>
              </a:rPr>
              <a:t>명칭 자리 배치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451D969-C719-4677-B67C-250ADD7DDA9E}"/>
              </a:ext>
            </a:extLst>
          </p:cNvPr>
          <p:cNvSpPr txBox="1"/>
          <p:nvPr/>
        </p:nvSpPr>
        <p:spPr>
          <a:xfrm>
            <a:off x="4435523" y="2820874"/>
            <a:ext cx="20425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+mj-ea"/>
                <a:ea typeface="+mj-ea"/>
              </a:rPr>
              <a:t>필요 시 </a:t>
            </a:r>
            <a:r>
              <a:rPr lang="ko-KR" altLang="en-US" sz="1600" dirty="0" err="1">
                <a:latin typeface="+mj-ea"/>
                <a:ea typeface="+mj-ea"/>
              </a:rPr>
              <a:t>고객사</a:t>
            </a:r>
            <a:r>
              <a:rPr lang="ko-KR" altLang="en-US" sz="1600" dirty="0">
                <a:latin typeface="+mj-ea"/>
                <a:ea typeface="+mj-ea"/>
              </a:rPr>
              <a:t> 로고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472F4A-D2E2-424E-97A0-35621D609C09}"/>
              </a:ext>
            </a:extLst>
          </p:cNvPr>
          <p:cNvSpPr txBox="1"/>
          <p:nvPr/>
        </p:nvSpPr>
        <p:spPr>
          <a:xfrm>
            <a:off x="2591462" y="2359209"/>
            <a:ext cx="39308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latin typeface="+mj-ea"/>
                <a:ea typeface="+mj-ea"/>
              </a:rPr>
              <a:t>표지타입</a:t>
            </a:r>
            <a:r>
              <a:rPr lang="en-US" altLang="ko-KR" sz="2400" b="1" dirty="0">
                <a:latin typeface="+mj-ea"/>
                <a:ea typeface="+mj-ea"/>
              </a:rPr>
              <a:t>[</a:t>
            </a:r>
            <a:r>
              <a:rPr lang="en-US" altLang="ko-KR" sz="2400" b="1" dirty="0">
                <a:latin typeface="+mj-ea"/>
              </a:rPr>
              <a:t>A-A3</a:t>
            </a:r>
            <a:r>
              <a:rPr lang="en-US" altLang="ko-KR" sz="2400" b="1" dirty="0">
                <a:latin typeface="+mj-ea"/>
                <a:ea typeface="+mj-ea"/>
              </a:rPr>
              <a:t>] - </a:t>
            </a:r>
            <a:r>
              <a:rPr lang="ko-KR" altLang="en-US" sz="2400" b="1" dirty="0">
                <a:latin typeface="+mj-ea"/>
                <a:ea typeface="+mj-ea"/>
              </a:rPr>
              <a:t>선택사용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E5EDBC2E-B584-4879-B23E-53BED23428FF}"/>
              </a:ext>
            </a:extLst>
          </p:cNvPr>
          <p:cNvCxnSpPr>
            <a:cxnSpLocks/>
          </p:cNvCxnSpPr>
          <p:nvPr/>
        </p:nvCxnSpPr>
        <p:spPr>
          <a:xfrm>
            <a:off x="2222205" y="3300119"/>
            <a:ext cx="425586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88249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3145327" y="9371663"/>
            <a:ext cx="567346" cy="365125"/>
          </a:xfrm>
        </p:spPr>
        <p:txBody>
          <a:bodyPr/>
          <a:lstStyle/>
          <a:p>
            <a:fld id="{C8A1696D-E6FD-4CEA-B996-7BBDF3D91E34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621C9C40-A890-4437-87B4-708AEE8F7EED}"/>
              </a:ext>
            </a:extLst>
          </p:cNvPr>
          <p:cNvCxnSpPr>
            <a:cxnSpLocks/>
          </p:cNvCxnSpPr>
          <p:nvPr/>
        </p:nvCxnSpPr>
        <p:spPr>
          <a:xfrm>
            <a:off x="1392865" y="1043289"/>
            <a:ext cx="5241851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8BEEEB71-E07F-4106-9B5B-463105C4655E}"/>
              </a:ext>
            </a:extLst>
          </p:cNvPr>
          <p:cNvSpPr txBox="1"/>
          <p:nvPr/>
        </p:nvSpPr>
        <p:spPr>
          <a:xfrm>
            <a:off x="2675948" y="647715"/>
            <a:ext cx="40559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 err="1">
                <a:solidFill>
                  <a:srgbClr val="2D2D2D"/>
                </a:solidFill>
              </a:rPr>
              <a:t>속지별</a:t>
            </a:r>
            <a:r>
              <a:rPr lang="ko-KR" altLang="en-US" sz="1400" b="1" dirty="0">
                <a:solidFill>
                  <a:srgbClr val="2D2D2D"/>
                </a:solidFill>
              </a:rPr>
              <a:t> 타이틀 자리 배치 </a:t>
            </a:r>
            <a:r>
              <a:rPr lang="ko-KR" altLang="en-US" sz="1400" b="1" dirty="0" err="1">
                <a:solidFill>
                  <a:srgbClr val="2D2D2D"/>
                </a:solidFill>
              </a:rPr>
              <a:t>속지별</a:t>
            </a:r>
            <a:r>
              <a:rPr lang="ko-KR" altLang="en-US" sz="1400" b="1" dirty="0">
                <a:solidFill>
                  <a:srgbClr val="2D2D2D"/>
                </a:solidFill>
              </a:rPr>
              <a:t> 타이틀 자리 배치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400D1D-22F5-4482-B549-3B42098DF26D}"/>
              </a:ext>
            </a:extLst>
          </p:cNvPr>
          <p:cNvSpPr txBox="1"/>
          <p:nvPr/>
        </p:nvSpPr>
        <p:spPr>
          <a:xfrm>
            <a:off x="4511448" y="339938"/>
            <a:ext cx="21232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>
                <a:solidFill>
                  <a:srgbClr val="FF0000"/>
                </a:solidFill>
              </a:rPr>
              <a:t>필요 시 </a:t>
            </a:r>
            <a:r>
              <a:rPr lang="ko-KR" altLang="en-US" sz="1400" dirty="0" err="1">
                <a:solidFill>
                  <a:srgbClr val="FF0000"/>
                </a:solidFill>
              </a:rPr>
              <a:t>고객사</a:t>
            </a:r>
            <a:r>
              <a:rPr lang="ko-KR" altLang="en-US" sz="1400" dirty="0">
                <a:solidFill>
                  <a:srgbClr val="FF0000"/>
                </a:solidFill>
              </a:rPr>
              <a:t> 로고</a:t>
            </a:r>
          </a:p>
        </p:txBody>
      </p:sp>
    </p:spTree>
    <p:extLst>
      <p:ext uri="{BB962C8B-B14F-4D97-AF65-F5344CB8AC3E}">
        <p14:creationId xmlns:p14="http://schemas.microsoft.com/office/powerpoint/2010/main" val="12366281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473</TotalTime>
  <Words>86</Words>
  <Application>Microsoft Office PowerPoint</Application>
  <PresentationFormat>A4 용지(210x297mm)</PresentationFormat>
  <Paragraphs>19</Paragraphs>
  <Slides>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9" baseType="lpstr">
      <vt:lpstr>맑은 고딕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Windows 사용자</dc:creator>
  <cp:lastModifiedBy>박 성준</cp:lastModifiedBy>
  <cp:revision>57</cp:revision>
  <dcterms:created xsi:type="dcterms:W3CDTF">2013-12-10T01:24:53Z</dcterms:created>
  <dcterms:modified xsi:type="dcterms:W3CDTF">2022-12-21T11:52:22Z</dcterms:modified>
</cp:coreProperties>
</file>