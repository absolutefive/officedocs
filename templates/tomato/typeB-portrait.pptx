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56" r:id="rId3"/>
    <p:sldId id="257" r:id="rId4"/>
    <p:sldId id="259" r:id="rId5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4" pos="232" userDrawn="1">
          <p15:clr>
            <a:srgbClr val="A4A3A4"/>
          </p15:clr>
        </p15:guide>
        <p15:guide id="5" pos="4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B4B"/>
    <a:srgbClr val="DE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20015" autoAdjust="0"/>
    <p:restoredTop sz="94660"/>
  </p:normalViewPr>
  <p:slideViewPr>
    <p:cSldViewPr snapToGrid="0">
      <p:cViewPr varScale="1">
        <p:scale>
          <a:sx n="80" d="100"/>
          <a:sy n="80" d="100"/>
        </p:scale>
        <p:origin x="2874" y="114"/>
      </p:cViewPr>
      <p:guideLst>
        <p:guide orient="horz" pos="3120"/>
        <p:guide pos="2160"/>
        <p:guide pos="232"/>
        <p:guide pos="4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6E1F8-9687-49DB-858A-887DED45B3DE}" type="datetimeFigureOut">
              <a:rPr lang="ko-KR" altLang="en-US" smtClean="0"/>
              <a:t>2022-12-21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4BEBB-4319-4036-8BF6-2B00878C4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42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4BEBB-4319-4036-8BF6-2B00878C405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597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" y="0"/>
            <a:ext cx="6856945" cy="990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FF8575-7361-4A12-A4F8-0064D4253AA6}"/>
              </a:ext>
            </a:extLst>
          </p:cNvPr>
          <p:cNvSpPr txBox="1"/>
          <p:nvPr userDrawn="1"/>
        </p:nvSpPr>
        <p:spPr>
          <a:xfrm>
            <a:off x="155899" y="9474557"/>
            <a:ext cx="27659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bg1"/>
                </a:solidFill>
                <a:latin typeface="+mn-ea"/>
                <a:ea typeface="+mn-ea"/>
              </a:rPr>
              <a:t>Copyright. TOMATO SYSTEM </a:t>
            </a:r>
            <a:r>
              <a:rPr lang="en-US" altLang="ko-KR" sz="900" b="0">
                <a:solidFill>
                  <a:schemeClr val="bg1"/>
                </a:solidFill>
                <a:latin typeface="+mn-ea"/>
                <a:ea typeface="+mn-ea"/>
              </a:rPr>
              <a:t>All rights reserved</a:t>
            </a:r>
            <a:r>
              <a:rPr lang="en-US" altLang="ko-KR" sz="9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9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8133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7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3500991" y="9589973"/>
            <a:ext cx="3357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Copyright 2023. TOMATO </a:t>
            </a:r>
            <a:r>
              <a:rPr lang="en-US" altLang="ko-KR" sz="1000" b="0" dirty="0" err="1">
                <a:solidFill>
                  <a:schemeClr val="bg1"/>
                </a:solidFill>
                <a:latin typeface="+mn-ea"/>
                <a:ea typeface="+mn-ea"/>
              </a:rPr>
              <a:t>SYSTEMAll</a:t>
            </a:r>
            <a:r>
              <a:rPr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 Rights Reserved.</a:t>
            </a:r>
            <a:endParaRPr lang="ko-KR" altLang="en-US" sz="1000" b="0" dirty="0">
              <a:solidFill>
                <a:schemeClr val="bg1"/>
              </a:solidFill>
              <a:latin typeface="+mn-ea"/>
              <a:ea typeface="+mn-ea"/>
            </a:endParaRPr>
          </a:p>
          <a:p>
            <a:endParaRPr lang="ko-KR" altLang="en-US" sz="10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25F250-C94F-4E23-9FEB-140815AA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" y="0"/>
            <a:ext cx="6856945" cy="990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D6508F-BF82-47D5-8928-52EE3E297795}"/>
              </a:ext>
            </a:extLst>
          </p:cNvPr>
          <p:cNvSpPr txBox="1"/>
          <p:nvPr userDrawn="1"/>
        </p:nvSpPr>
        <p:spPr>
          <a:xfrm>
            <a:off x="2079291" y="9474557"/>
            <a:ext cx="27554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bg1"/>
                </a:solidFill>
                <a:latin typeface="+mn-ea"/>
                <a:ea typeface="+mn-ea"/>
              </a:rPr>
              <a:t>Copyright. TOMATO SYSTEM </a:t>
            </a:r>
            <a:r>
              <a:rPr lang="en-US" altLang="ko-KR" sz="900" b="0">
                <a:solidFill>
                  <a:schemeClr val="bg1"/>
                </a:solidFill>
                <a:latin typeface="+mn-ea"/>
                <a:ea typeface="+mn-ea"/>
              </a:rPr>
              <a:t>All rights reserved</a:t>
            </a:r>
            <a:r>
              <a:rPr lang="en-US" altLang="ko-KR" sz="9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9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8663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3941B0C-68E2-4AD3-88BD-0B45FC826E5F}"/>
              </a:ext>
            </a:extLst>
          </p:cNvPr>
          <p:cNvSpPr txBox="1"/>
          <p:nvPr userDrawn="1"/>
        </p:nvSpPr>
        <p:spPr>
          <a:xfrm>
            <a:off x="3500991" y="9589973"/>
            <a:ext cx="3357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Copyright 2023. TOMATO </a:t>
            </a:r>
            <a:r>
              <a:rPr lang="en-US" altLang="ko-KR" sz="1000" b="0" dirty="0" err="1">
                <a:solidFill>
                  <a:schemeClr val="bg1"/>
                </a:solidFill>
                <a:latin typeface="+mn-ea"/>
                <a:ea typeface="+mn-ea"/>
              </a:rPr>
              <a:t>SYSTEMAll</a:t>
            </a:r>
            <a:r>
              <a:rPr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 Rights Reserved.</a:t>
            </a:r>
            <a:endParaRPr lang="ko-KR" altLang="en-US" sz="1000" b="0" dirty="0">
              <a:solidFill>
                <a:schemeClr val="bg1"/>
              </a:solidFill>
              <a:latin typeface="+mn-ea"/>
              <a:ea typeface="+mn-ea"/>
            </a:endParaRPr>
          </a:p>
          <a:p>
            <a:endParaRPr lang="ko-KR" altLang="en-US" sz="1000" b="1" dirty="0">
              <a:solidFill>
                <a:schemeClr val="bg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CA808C1-7BBA-411E-9818-B82B92C7DF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6945" cy="990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D2649C-CD7F-4527-A758-570F3FA81E60}"/>
              </a:ext>
            </a:extLst>
          </p:cNvPr>
          <p:cNvSpPr txBox="1"/>
          <p:nvPr userDrawn="1"/>
        </p:nvSpPr>
        <p:spPr>
          <a:xfrm>
            <a:off x="3801761" y="9275058"/>
            <a:ext cx="27554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bg1"/>
                </a:solidFill>
                <a:latin typeface="+mn-ea"/>
                <a:ea typeface="+mn-ea"/>
              </a:rPr>
              <a:t>Copyright. TOMATO SYSTEM </a:t>
            </a:r>
            <a:r>
              <a:rPr lang="en-US" altLang="ko-KR" sz="900" b="0">
                <a:solidFill>
                  <a:schemeClr val="bg1"/>
                </a:solidFill>
                <a:latin typeface="+mn-ea"/>
                <a:ea typeface="+mn-ea"/>
              </a:rPr>
              <a:t>All rights reserved</a:t>
            </a:r>
            <a:r>
              <a:rPr lang="en-US" altLang="ko-KR" sz="9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9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977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속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DBE792-5FF4-4D1A-A209-2B74BADE5D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858000" cy="55520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44" y="9744784"/>
            <a:ext cx="1112843" cy="181414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922246" y="9567440"/>
            <a:ext cx="19175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Copyright. All rights reserved</a:t>
            </a:r>
            <a:r>
              <a:rPr lang="en-US" altLang="ko-KR" sz="1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000" b="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1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145327" y="9504015"/>
            <a:ext cx="56734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C8A1696D-E6FD-4CEA-B996-7BBDF3D91E3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21EB2B-9B8E-4B7D-86DA-A31EF6F1E8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85" y="9504014"/>
            <a:ext cx="1664129" cy="365125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3A574B-EC71-47EF-BFA4-4FE0F5CEFF22}"/>
              </a:ext>
            </a:extLst>
          </p:cNvPr>
          <p:cNvCxnSpPr/>
          <p:nvPr userDrawn="1"/>
        </p:nvCxnSpPr>
        <p:spPr>
          <a:xfrm>
            <a:off x="0" y="9473288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246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4EA3F-1B82-45D9-9B93-38FE774BC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09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2" r:id="rId3"/>
    <p:sldLayoutId id="2147483664" r:id="rId4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6952" y="2179510"/>
            <a:ext cx="414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명칭 자리 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25166" y="3689281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문서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기능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명칭 자리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6469" y="1263993"/>
            <a:ext cx="2042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고객사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로고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2843" y="802328"/>
            <a:ext cx="3930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표지타입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[C-A1] - 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선택사용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A60454-6817-44BB-BC4E-15ED6609C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394" y="4418466"/>
            <a:ext cx="1823580" cy="400110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67881B-90F5-4B5B-B30F-3D22B30E4ADF}"/>
              </a:ext>
            </a:extLst>
          </p:cNvPr>
          <p:cNvCxnSpPr>
            <a:cxnSpLocks/>
          </p:cNvCxnSpPr>
          <p:nvPr/>
        </p:nvCxnSpPr>
        <p:spPr>
          <a:xfrm>
            <a:off x="2043151" y="1875921"/>
            <a:ext cx="42558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21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562DDFE-E38A-4E2A-B588-78E586494AB8}"/>
              </a:ext>
            </a:extLst>
          </p:cNvPr>
          <p:cNvSpPr txBox="1"/>
          <p:nvPr/>
        </p:nvSpPr>
        <p:spPr>
          <a:xfrm>
            <a:off x="1356958" y="3749394"/>
            <a:ext cx="41440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명칭 자리 배치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7757A-C7DA-4C0F-B3DB-ECEFC21261EF}"/>
              </a:ext>
            </a:extLst>
          </p:cNvPr>
          <p:cNvSpPr txBox="1"/>
          <p:nvPr/>
        </p:nvSpPr>
        <p:spPr>
          <a:xfrm>
            <a:off x="1841066" y="5216268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문서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기능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명칭 자리 배치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077890-50CF-43A4-A0F4-F9D899322931}"/>
              </a:ext>
            </a:extLst>
          </p:cNvPr>
          <p:cNvSpPr txBox="1"/>
          <p:nvPr/>
        </p:nvSpPr>
        <p:spPr>
          <a:xfrm>
            <a:off x="2407727" y="2925396"/>
            <a:ext cx="2042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고객사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로고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00F1C-FE6D-4012-9ABE-E566A246425A}"/>
              </a:ext>
            </a:extLst>
          </p:cNvPr>
          <p:cNvSpPr txBox="1"/>
          <p:nvPr/>
        </p:nvSpPr>
        <p:spPr>
          <a:xfrm>
            <a:off x="1463558" y="2463731"/>
            <a:ext cx="3930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표지타입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[C-A2] - 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선택사용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31B4B99-F871-410B-8112-F2849FDE9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210" y="8742783"/>
            <a:ext cx="1823580" cy="40011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0F52BBC-E479-49B4-A4AE-190348776E1C}"/>
              </a:ext>
            </a:extLst>
          </p:cNvPr>
          <p:cNvCxnSpPr>
            <a:cxnSpLocks/>
          </p:cNvCxnSpPr>
          <p:nvPr/>
        </p:nvCxnSpPr>
        <p:spPr>
          <a:xfrm>
            <a:off x="653903" y="3423673"/>
            <a:ext cx="555019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30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CF205A5-F196-45AB-BC64-D848854BED63}"/>
              </a:ext>
            </a:extLst>
          </p:cNvPr>
          <p:cNvSpPr txBox="1"/>
          <p:nvPr/>
        </p:nvSpPr>
        <p:spPr>
          <a:xfrm>
            <a:off x="2333987" y="3519515"/>
            <a:ext cx="414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명칭 자리 배치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C0321-3BA7-4A7B-8160-32628186CEA7}"/>
              </a:ext>
            </a:extLst>
          </p:cNvPr>
          <p:cNvSpPr txBox="1"/>
          <p:nvPr/>
        </p:nvSpPr>
        <p:spPr>
          <a:xfrm>
            <a:off x="3302201" y="4939239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문서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기능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명칭 자리 배치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899C9-A093-4892-9EB3-0746407F63D9}"/>
              </a:ext>
            </a:extLst>
          </p:cNvPr>
          <p:cNvSpPr txBox="1"/>
          <p:nvPr/>
        </p:nvSpPr>
        <p:spPr>
          <a:xfrm>
            <a:off x="4435523" y="2820874"/>
            <a:ext cx="2042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고객사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로고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C71A34-509C-4448-B81B-00CC4F1307AF}"/>
              </a:ext>
            </a:extLst>
          </p:cNvPr>
          <p:cNvSpPr txBox="1"/>
          <p:nvPr/>
        </p:nvSpPr>
        <p:spPr>
          <a:xfrm>
            <a:off x="2591462" y="2359209"/>
            <a:ext cx="3930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표지타입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[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</a:rPr>
              <a:t>C-A3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] - 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선택사용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84773FA-4BB3-45E3-91C9-E69F262366B9}"/>
              </a:ext>
            </a:extLst>
          </p:cNvPr>
          <p:cNvCxnSpPr>
            <a:cxnSpLocks/>
          </p:cNvCxnSpPr>
          <p:nvPr/>
        </p:nvCxnSpPr>
        <p:spPr>
          <a:xfrm>
            <a:off x="2222205" y="3300119"/>
            <a:ext cx="42558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A72A572B-8142-405A-9BA9-9DC69F615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25" y="353696"/>
            <a:ext cx="1823580" cy="40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2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696D-E6FD-4CEA-B996-7BBDF3D91E3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21C9C40-A890-4437-87B4-708AEE8F7EED}"/>
              </a:ext>
            </a:extLst>
          </p:cNvPr>
          <p:cNvCxnSpPr>
            <a:cxnSpLocks/>
          </p:cNvCxnSpPr>
          <p:nvPr/>
        </p:nvCxnSpPr>
        <p:spPr>
          <a:xfrm>
            <a:off x="230459" y="936966"/>
            <a:ext cx="640425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BEEEB71-E07F-4106-9B5B-463105C4655E}"/>
              </a:ext>
            </a:extLst>
          </p:cNvPr>
          <p:cNvSpPr txBox="1"/>
          <p:nvPr/>
        </p:nvSpPr>
        <p:spPr>
          <a:xfrm>
            <a:off x="230459" y="509492"/>
            <a:ext cx="40559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2D2D2D"/>
                </a:solidFill>
              </a:rPr>
              <a:t>속지별</a:t>
            </a:r>
            <a:r>
              <a:rPr lang="ko-KR" altLang="en-US" sz="1400" b="1" dirty="0">
                <a:solidFill>
                  <a:srgbClr val="2D2D2D"/>
                </a:solidFill>
              </a:rPr>
              <a:t> 타이틀 자리 배치 </a:t>
            </a:r>
            <a:r>
              <a:rPr lang="ko-KR" altLang="en-US" sz="1400" b="1" dirty="0" err="1">
                <a:solidFill>
                  <a:srgbClr val="2D2D2D"/>
                </a:solidFill>
              </a:rPr>
              <a:t>속지별</a:t>
            </a:r>
            <a:r>
              <a:rPr lang="ko-KR" altLang="en-US" sz="1400" b="1" dirty="0">
                <a:solidFill>
                  <a:srgbClr val="2D2D2D"/>
                </a:solidFill>
              </a:rPr>
              <a:t> 타이틀 자리 배치</a:t>
            </a:r>
          </a:p>
        </p:txBody>
      </p:sp>
    </p:spTree>
    <p:extLst>
      <p:ext uri="{BB962C8B-B14F-4D97-AF65-F5344CB8AC3E}">
        <p14:creationId xmlns:p14="http://schemas.microsoft.com/office/powerpoint/2010/main" val="1236628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662</TotalTime>
  <Words>82</Words>
  <Application>Microsoft Office PowerPoint</Application>
  <PresentationFormat>A4 용지(210x297mm)</PresentationFormat>
  <Paragraphs>18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박 성준</cp:lastModifiedBy>
  <cp:revision>63</cp:revision>
  <dcterms:created xsi:type="dcterms:W3CDTF">2013-12-10T01:24:53Z</dcterms:created>
  <dcterms:modified xsi:type="dcterms:W3CDTF">2022-12-21T11:47:24Z</dcterms:modified>
</cp:coreProperties>
</file>